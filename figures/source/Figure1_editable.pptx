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1" r:id="rId3"/>
  </p:sldIdLst>
  <p:sldSz cx="14630400" cy="22860000"/>
  <p:notesSz cx="6858000" cy="9144000"/>
  <p:defaultTextStyle>
    <a:defPPr>
      <a:defRPr lang="en-US"/>
    </a:defPPr>
    <a:lvl1pPr marL="0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1pPr>
    <a:lvl2pPr marL="428920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2pPr>
    <a:lvl3pPr marL="857838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3pPr>
    <a:lvl4pPr marL="1286759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4pPr>
    <a:lvl5pPr marL="1715677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5pPr>
    <a:lvl6pPr marL="2144596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6pPr>
    <a:lvl7pPr marL="2573515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7pPr>
    <a:lvl8pPr marL="3002436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8pPr>
    <a:lvl9pPr marL="3431355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DD"/>
    <a:srgbClr val="695A8F"/>
    <a:srgbClr val="EEEAF6"/>
    <a:srgbClr val="EAF3DE"/>
    <a:srgbClr val="854F0B"/>
    <a:srgbClr val="FAEEDA"/>
    <a:srgbClr val="993C1D"/>
    <a:srgbClr val="FAECE7"/>
    <a:srgbClr val="185FA5"/>
    <a:srgbClr val="E6F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4660"/>
  </p:normalViewPr>
  <p:slideViewPr>
    <p:cSldViewPr snapToGrid="0">
      <p:cViewPr>
        <p:scale>
          <a:sx n="10" d="100"/>
          <a:sy n="10" d="100"/>
        </p:scale>
        <p:origin x="3686" y="11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49" y="20699783"/>
            <a:ext cx="13386818" cy="152397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632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455" y="3261359"/>
            <a:ext cx="13386818" cy="11430000"/>
          </a:xfrm>
        </p:spPr>
        <p:txBody>
          <a:bodyPr anchor="t">
            <a:normAutofit/>
          </a:bodyPr>
          <a:lstStyle>
            <a:lvl1pPr algn="l">
              <a:defRPr sz="25288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461" y="14935233"/>
            <a:ext cx="8525866" cy="4663441"/>
          </a:xfrm>
        </p:spPr>
        <p:txBody>
          <a:bodyPr anchor="b">
            <a:normAutofit/>
          </a:bodyPr>
          <a:lstStyle>
            <a:lvl1pPr marL="0" indent="0" algn="l">
              <a:buNone/>
              <a:defRPr sz="7724" i="1"/>
            </a:lvl1pPr>
            <a:lvl2pPr marL="1605803" indent="0" algn="ctr">
              <a:buNone/>
              <a:defRPr sz="7021"/>
            </a:lvl2pPr>
            <a:lvl3pPr marL="3211609" indent="0" algn="ctr">
              <a:buNone/>
              <a:defRPr sz="6320"/>
            </a:lvl3pPr>
            <a:lvl4pPr marL="4817417" indent="0" algn="ctr">
              <a:buNone/>
              <a:defRPr sz="5623"/>
            </a:lvl4pPr>
            <a:lvl5pPr marL="6423227" indent="0" algn="ctr">
              <a:buNone/>
              <a:defRPr sz="5623"/>
            </a:lvl5pPr>
            <a:lvl6pPr marL="8029029" indent="0" algn="ctr">
              <a:buNone/>
              <a:defRPr sz="5623"/>
            </a:lvl6pPr>
            <a:lvl7pPr marL="9634838" indent="0" algn="ctr">
              <a:buNone/>
              <a:defRPr sz="5623"/>
            </a:lvl7pPr>
            <a:lvl8pPr marL="11240639" indent="0" algn="ctr">
              <a:buNone/>
              <a:defRPr sz="5623"/>
            </a:lvl8pPr>
            <a:lvl9pPr marL="12846451" indent="0" algn="ctr">
              <a:buNone/>
              <a:defRPr sz="562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09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8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463" y="3261365"/>
            <a:ext cx="6024066" cy="14295119"/>
          </a:xfrm>
        </p:spPr>
        <p:txBody>
          <a:bodyPr anchor="t">
            <a:normAutofit/>
          </a:bodyPr>
          <a:lstStyle>
            <a:lvl1pPr>
              <a:defRPr sz="1896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463" y="17556484"/>
            <a:ext cx="6024066" cy="3627119"/>
          </a:xfrm>
        </p:spPr>
        <p:txBody>
          <a:bodyPr anchor="b">
            <a:normAutofit/>
          </a:bodyPr>
          <a:lstStyle>
            <a:lvl1pPr marL="0" indent="0">
              <a:buNone/>
              <a:defRPr sz="7724" i="1">
                <a:solidFill>
                  <a:schemeClr val="tx1">
                    <a:tint val="82000"/>
                  </a:schemeClr>
                </a:solidFill>
              </a:defRPr>
            </a:lvl1pPr>
            <a:lvl2pPr marL="1605803" indent="0">
              <a:buNone/>
              <a:defRPr sz="7021">
                <a:solidFill>
                  <a:schemeClr val="tx1">
                    <a:tint val="82000"/>
                  </a:schemeClr>
                </a:solidFill>
              </a:defRPr>
            </a:lvl2pPr>
            <a:lvl3pPr marL="3211609" indent="0">
              <a:buNone/>
              <a:defRPr sz="6320">
                <a:solidFill>
                  <a:schemeClr val="tx1">
                    <a:tint val="82000"/>
                  </a:schemeClr>
                </a:solidFill>
              </a:defRPr>
            </a:lvl3pPr>
            <a:lvl4pPr marL="4817417" indent="0">
              <a:buNone/>
              <a:defRPr sz="5623">
                <a:solidFill>
                  <a:schemeClr val="tx1">
                    <a:tint val="82000"/>
                  </a:schemeClr>
                </a:solidFill>
              </a:defRPr>
            </a:lvl4pPr>
            <a:lvl5pPr marL="6423227" indent="0">
              <a:buNone/>
              <a:defRPr sz="5623">
                <a:solidFill>
                  <a:schemeClr val="tx1">
                    <a:tint val="82000"/>
                  </a:schemeClr>
                </a:solidFill>
              </a:defRPr>
            </a:lvl5pPr>
            <a:lvl6pPr marL="8029029" indent="0">
              <a:buNone/>
              <a:defRPr sz="5623">
                <a:solidFill>
                  <a:schemeClr val="tx1">
                    <a:tint val="82000"/>
                  </a:schemeClr>
                </a:solidFill>
              </a:defRPr>
            </a:lvl6pPr>
            <a:lvl7pPr marL="9634838" indent="0">
              <a:buNone/>
              <a:defRPr sz="5623">
                <a:solidFill>
                  <a:schemeClr val="tx1">
                    <a:tint val="82000"/>
                  </a:schemeClr>
                </a:solidFill>
              </a:defRPr>
            </a:lvl7pPr>
            <a:lvl8pPr marL="11240639" indent="0">
              <a:buNone/>
              <a:defRPr sz="5623">
                <a:solidFill>
                  <a:schemeClr val="tx1">
                    <a:tint val="82000"/>
                  </a:schemeClr>
                </a:solidFill>
              </a:defRPr>
            </a:lvl8pPr>
            <a:lvl9pPr marL="12846451" indent="0">
              <a:buNone/>
              <a:defRPr sz="56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621458" y="1693670"/>
            <a:ext cx="6025420" cy="4975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320"/>
          </a:p>
        </p:txBody>
      </p:sp>
    </p:spTree>
    <p:extLst>
      <p:ext uri="{BB962C8B-B14F-4D97-AF65-F5344CB8AC3E}">
        <p14:creationId xmlns:p14="http://schemas.microsoft.com/office/powerpoint/2010/main" val="361503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450" y="8595395"/>
            <a:ext cx="6199632" cy="125577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23608" y="8595395"/>
            <a:ext cx="6199632" cy="125577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7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454" y="3261389"/>
            <a:ext cx="13397788" cy="40538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450" y="7802914"/>
            <a:ext cx="6199632" cy="2194559"/>
          </a:xfrm>
        </p:spPr>
        <p:txBody>
          <a:bodyPr anchor="b">
            <a:normAutofit/>
          </a:bodyPr>
          <a:lstStyle>
            <a:lvl1pPr marL="0" indent="0">
              <a:buNone/>
              <a:defRPr sz="7724" b="0" i="1"/>
            </a:lvl1pPr>
            <a:lvl2pPr marL="1605803" indent="0">
              <a:buNone/>
              <a:defRPr sz="7021" b="1"/>
            </a:lvl2pPr>
            <a:lvl3pPr marL="3211609" indent="0">
              <a:buNone/>
              <a:defRPr sz="6320" b="1"/>
            </a:lvl3pPr>
            <a:lvl4pPr marL="4817417" indent="0">
              <a:buNone/>
              <a:defRPr sz="5623" b="1"/>
            </a:lvl4pPr>
            <a:lvl5pPr marL="6423227" indent="0">
              <a:buNone/>
              <a:defRPr sz="5623" b="1"/>
            </a:lvl5pPr>
            <a:lvl6pPr marL="8029029" indent="0">
              <a:buNone/>
              <a:defRPr sz="5623" b="1"/>
            </a:lvl6pPr>
            <a:lvl7pPr marL="9634838" indent="0">
              <a:buNone/>
              <a:defRPr sz="5623" b="1"/>
            </a:lvl7pPr>
            <a:lvl8pPr marL="11240639" indent="0">
              <a:buNone/>
              <a:defRPr sz="5623" b="1"/>
            </a:lvl8pPr>
            <a:lvl9pPr marL="12846451" indent="0">
              <a:buNone/>
              <a:defRPr sz="562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450" y="10119390"/>
            <a:ext cx="6199632" cy="110337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23608" y="7802914"/>
            <a:ext cx="6199632" cy="2194559"/>
          </a:xfrm>
        </p:spPr>
        <p:txBody>
          <a:bodyPr anchor="b">
            <a:normAutofit/>
          </a:bodyPr>
          <a:lstStyle>
            <a:lvl1pPr marL="0" indent="0">
              <a:buNone/>
              <a:defRPr sz="7724" b="0" i="1"/>
            </a:lvl1pPr>
            <a:lvl2pPr marL="1605803" indent="0">
              <a:buNone/>
              <a:defRPr sz="7021" b="1"/>
            </a:lvl2pPr>
            <a:lvl3pPr marL="3211609" indent="0">
              <a:buNone/>
              <a:defRPr sz="6320" b="1"/>
            </a:lvl3pPr>
            <a:lvl4pPr marL="4817417" indent="0">
              <a:buNone/>
              <a:defRPr sz="5623" b="1"/>
            </a:lvl4pPr>
            <a:lvl5pPr marL="6423227" indent="0">
              <a:buNone/>
              <a:defRPr sz="5623" b="1"/>
            </a:lvl5pPr>
            <a:lvl6pPr marL="8029029" indent="0">
              <a:buNone/>
              <a:defRPr sz="5623" b="1"/>
            </a:lvl6pPr>
            <a:lvl7pPr marL="9634838" indent="0">
              <a:buNone/>
              <a:defRPr sz="5623" b="1"/>
            </a:lvl7pPr>
            <a:lvl8pPr marL="11240639" indent="0">
              <a:buNone/>
              <a:defRPr sz="5623" b="1"/>
            </a:lvl8pPr>
            <a:lvl9pPr marL="12846451" indent="0">
              <a:buNone/>
              <a:defRPr sz="562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23608" y="10119390"/>
            <a:ext cx="6199632" cy="110337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2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35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463" y="3261363"/>
            <a:ext cx="6024066" cy="8199119"/>
          </a:xfrm>
        </p:spPr>
        <p:txBody>
          <a:bodyPr anchor="t">
            <a:noAutofit/>
          </a:bodyPr>
          <a:lstStyle>
            <a:lvl1pPr>
              <a:defRPr sz="1545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608" y="3291414"/>
            <a:ext cx="6199632" cy="17861281"/>
          </a:xfrm>
        </p:spPr>
        <p:txBody>
          <a:bodyPr>
            <a:normAutofit/>
          </a:bodyPr>
          <a:lstStyle>
            <a:lvl1pPr>
              <a:defRPr sz="7021"/>
            </a:lvl1pPr>
            <a:lvl2pPr>
              <a:defRPr sz="6320"/>
            </a:lvl2pPr>
            <a:lvl3pPr>
              <a:defRPr sz="5623"/>
            </a:lvl3pPr>
            <a:lvl4pPr>
              <a:defRPr sz="4919"/>
            </a:lvl4pPr>
            <a:lvl5pPr>
              <a:defRPr sz="4919"/>
            </a:lvl5pPr>
            <a:lvl6pPr>
              <a:defRPr sz="7021"/>
            </a:lvl6pPr>
            <a:lvl7pPr>
              <a:defRPr sz="7021"/>
            </a:lvl7pPr>
            <a:lvl8pPr>
              <a:defRPr sz="7021"/>
            </a:lvl8pPr>
            <a:lvl9pPr>
              <a:defRPr sz="702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5463" y="11917708"/>
            <a:ext cx="6024066" cy="9235441"/>
          </a:xfrm>
        </p:spPr>
        <p:txBody>
          <a:bodyPr>
            <a:normAutofit/>
          </a:bodyPr>
          <a:lstStyle>
            <a:lvl1pPr marL="0" indent="0">
              <a:buNone/>
              <a:defRPr sz="7724" i="1"/>
            </a:lvl1pPr>
            <a:lvl2pPr marL="1605803" indent="0">
              <a:buNone/>
              <a:defRPr sz="4919"/>
            </a:lvl2pPr>
            <a:lvl3pPr marL="3211609" indent="0">
              <a:buNone/>
              <a:defRPr sz="4213"/>
            </a:lvl3pPr>
            <a:lvl4pPr marL="4817417" indent="0">
              <a:buNone/>
              <a:defRPr sz="3514"/>
            </a:lvl4pPr>
            <a:lvl5pPr marL="6423227" indent="0">
              <a:buNone/>
              <a:defRPr sz="3514"/>
            </a:lvl5pPr>
            <a:lvl6pPr marL="8029029" indent="0">
              <a:buNone/>
              <a:defRPr sz="3514"/>
            </a:lvl6pPr>
            <a:lvl7pPr marL="9634838" indent="0">
              <a:buNone/>
              <a:defRPr sz="3514"/>
            </a:lvl7pPr>
            <a:lvl8pPr marL="11240639" indent="0">
              <a:buNone/>
              <a:defRPr sz="3514"/>
            </a:lvl8pPr>
            <a:lvl9pPr marL="12846451" indent="0">
              <a:buNone/>
              <a:defRPr sz="351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8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463" y="3261363"/>
            <a:ext cx="6024066" cy="8199119"/>
          </a:xfrm>
        </p:spPr>
        <p:txBody>
          <a:bodyPr anchor="t">
            <a:noAutofit/>
          </a:bodyPr>
          <a:lstStyle>
            <a:lvl1pPr>
              <a:defRPr sz="1545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23608" y="3291414"/>
            <a:ext cx="6199632" cy="17861281"/>
          </a:xfrm>
        </p:spPr>
        <p:txBody>
          <a:bodyPr/>
          <a:lstStyle>
            <a:lvl1pPr marL="0" indent="0">
              <a:buNone/>
              <a:defRPr sz="11240"/>
            </a:lvl1pPr>
            <a:lvl2pPr marL="1605803" indent="0">
              <a:buNone/>
              <a:defRPr sz="9835"/>
            </a:lvl2pPr>
            <a:lvl3pPr marL="3211609" indent="0">
              <a:buNone/>
              <a:defRPr sz="8429"/>
            </a:lvl3pPr>
            <a:lvl4pPr marL="4817417" indent="0">
              <a:buNone/>
              <a:defRPr sz="7021"/>
            </a:lvl4pPr>
            <a:lvl5pPr marL="6423227" indent="0">
              <a:buNone/>
              <a:defRPr sz="7021"/>
            </a:lvl5pPr>
            <a:lvl6pPr marL="8029029" indent="0">
              <a:buNone/>
              <a:defRPr sz="7021"/>
            </a:lvl6pPr>
            <a:lvl7pPr marL="9634838" indent="0">
              <a:buNone/>
              <a:defRPr sz="7021"/>
            </a:lvl7pPr>
            <a:lvl8pPr marL="11240639" indent="0">
              <a:buNone/>
              <a:defRPr sz="7021"/>
            </a:lvl8pPr>
            <a:lvl9pPr marL="12846451" indent="0">
              <a:buNone/>
              <a:defRPr sz="7021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5463" y="11917708"/>
            <a:ext cx="6024066" cy="9235441"/>
          </a:xfrm>
        </p:spPr>
        <p:txBody>
          <a:bodyPr>
            <a:normAutofit/>
          </a:bodyPr>
          <a:lstStyle>
            <a:lvl1pPr marL="0" indent="0">
              <a:buNone/>
              <a:defRPr sz="7724" i="1"/>
            </a:lvl1pPr>
            <a:lvl2pPr marL="1605803" indent="0">
              <a:buNone/>
              <a:defRPr sz="4919"/>
            </a:lvl2pPr>
            <a:lvl3pPr marL="3211609" indent="0">
              <a:buNone/>
              <a:defRPr sz="4213"/>
            </a:lvl3pPr>
            <a:lvl4pPr marL="4817417" indent="0">
              <a:buNone/>
              <a:defRPr sz="3514"/>
            </a:lvl4pPr>
            <a:lvl5pPr marL="6423227" indent="0">
              <a:buNone/>
              <a:defRPr sz="3514"/>
            </a:lvl5pPr>
            <a:lvl6pPr marL="8029029" indent="0">
              <a:buNone/>
              <a:defRPr sz="3514"/>
            </a:lvl6pPr>
            <a:lvl7pPr marL="9634838" indent="0">
              <a:buNone/>
              <a:defRPr sz="3514"/>
            </a:lvl7pPr>
            <a:lvl8pPr marL="11240639" indent="0">
              <a:buNone/>
              <a:defRPr sz="3514"/>
            </a:lvl8pPr>
            <a:lvl9pPr marL="12846451" indent="0">
              <a:buNone/>
              <a:defRPr sz="351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8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0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391251" y="3261378"/>
            <a:ext cx="3061414" cy="1789175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5458" y="3261378"/>
            <a:ext cx="9612172" cy="1789175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5043177" y="12109312"/>
            <a:ext cx="17752447" cy="1791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320"/>
          </a:p>
        </p:txBody>
      </p:sp>
    </p:spTree>
    <p:extLst>
      <p:ext uri="{BB962C8B-B14F-4D97-AF65-F5344CB8AC3E}">
        <p14:creationId xmlns:p14="http://schemas.microsoft.com/office/powerpoint/2010/main" val="246162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455" y="3261363"/>
            <a:ext cx="13386818" cy="4876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455" y="8595395"/>
            <a:ext cx="13386818" cy="12557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5455" y="21396999"/>
            <a:ext cx="3291842" cy="1217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6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5452" y="335317"/>
            <a:ext cx="4937760" cy="1217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6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48920" y="21396999"/>
            <a:ext cx="768096" cy="1217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6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50" y="1693670"/>
            <a:ext cx="13383860" cy="497597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6320"/>
          </a:p>
        </p:txBody>
      </p:sp>
    </p:spTree>
    <p:extLst>
      <p:ext uri="{BB962C8B-B14F-4D97-AF65-F5344CB8AC3E}">
        <p14:creationId xmlns:p14="http://schemas.microsoft.com/office/powerpoint/2010/main" val="132706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3211609" rtl="0" eaLnBrk="1" latinLnBrk="0" hangingPunct="1">
        <a:lnSpc>
          <a:spcPct val="100000"/>
        </a:lnSpc>
        <a:spcBef>
          <a:spcPct val="0"/>
        </a:spcBef>
        <a:buNone/>
        <a:defRPr sz="15452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2902" indent="-802902" algn="l" defTabSz="3211609" rtl="0" eaLnBrk="1" latinLnBrk="0" hangingPunct="1">
        <a:lnSpc>
          <a:spcPct val="110000"/>
        </a:lnSpc>
        <a:spcBef>
          <a:spcPts val="3514"/>
        </a:spcBef>
        <a:buFont typeface="Arial" panose="020B0604020202020204" pitchFamily="34" charset="0"/>
        <a:buChar char="•"/>
        <a:defRPr sz="6320" kern="1200">
          <a:solidFill>
            <a:schemeClr val="tx1"/>
          </a:solidFill>
          <a:latin typeface="+mn-lt"/>
          <a:ea typeface="+mn-ea"/>
          <a:cs typeface="+mn-cs"/>
        </a:defRPr>
      </a:lvl1pPr>
      <a:lvl2pPr marL="2408706" indent="-802902" algn="l" defTabSz="3211609" rtl="0" eaLnBrk="1" latinLnBrk="0" hangingPunct="1">
        <a:lnSpc>
          <a:spcPct val="110000"/>
        </a:lnSpc>
        <a:spcBef>
          <a:spcPts val="1759"/>
        </a:spcBef>
        <a:buFont typeface="Arial" panose="020B0604020202020204" pitchFamily="34" charset="0"/>
        <a:buChar char="•"/>
        <a:defRPr sz="5623" kern="1200">
          <a:solidFill>
            <a:schemeClr val="tx1"/>
          </a:solidFill>
          <a:latin typeface="+mn-lt"/>
          <a:ea typeface="+mn-ea"/>
          <a:cs typeface="+mn-cs"/>
        </a:defRPr>
      </a:lvl2pPr>
      <a:lvl3pPr marL="4014519" indent="-802902" algn="l" defTabSz="3211609" rtl="0" eaLnBrk="1" latinLnBrk="0" hangingPunct="1">
        <a:lnSpc>
          <a:spcPct val="110000"/>
        </a:lnSpc>
        <a:spcBef>
          <a:spcPts val="1759"/>
        </a:spcBef>
        <a:buFont typeface="Arial" panose="020B0604020202020204" pitchFamily="34" charset="0"/>
        <a:buChar char="•"/>
        <a:defRPr sz="4919" kern="1200">
          <a:solidFill>
            <a:schemeClr val="tx1"/>
          </a:solidFill>
          <a:latin typeface="+mn-lt"/>
          <a:ea typeface="+mn-ea"/>
          <a:cs typeface="+mn-cs"/>
        </a:defRPr>
      </a:lvl3pPr>
      <a:lvl4pPr marL="5620322" indent="-802902" algn="l" defTabSz="3211609" rtl="0" eaLnBrk="1" latinLnBrk="0" hangingPunct="1">
        <a:lnSpc>
          <a:spcPct val="110000"/>
        </a:lnSpc>
        <a:spcBef>
          <a:spcPts val="1759"/>
        </a:spcBef>
        <a:buFont typeface="Arial" panose="020B0604020202020204" pitchFamily="34" charset="0"/>
        <a:buChar char="•"/>
        <a:defRPr sz="4213" kern="1200">
          <a:solidFill>
            <a:schemeClr val="tx1"/>
          </a:solidFill>
          <a:latin typeface="+mn-lt"/>
          <a:ea typeface="+mn-ea"/>
          <a:cs typeface="+mn-cs"/>
        </a:defRPr>
      </a:lvl4pPr>
      <a:lvl5pPr marL="7226129" indent="-802902" algn="l" defTabSz="3211609" rtl="0" eaLnBrk="1" latinLnBrk="0" hangingPunct="1">
        <a:lnSpc>
          <a:spcPct val="110000"/>
        </a:lnSpc>
        <a:spcBef>
          <a:spcPts val="1759"/>
        </a:spcBef>
        <a:buFont typeface="Arial" panose="020B0604020202020204" pitchFamily="34" charset="0"/>
        <a:buChar char="•"/>
        <a:defRPr sz="4213" kern="1200">
          <a:solidFill>
            <a:schemeClr val="tx1"/>
          </a:solidFill>
          <a:latin typeface="+mn-lt"/>
          <a:ea typeface="+mn-ea"/>
          <a:cs typeface="+mn-cs"/>
        </a:defRPr>
      </a:lvl5pPr>
      <a:lvl6pPr marL="8831930" indent="-802902" algn="l" defTabSz="3211609" rtl="0" eaLnBrk="1" latinLnBrk="0" hangingPunct="1">
        <a:lnSpc>
          <a:spcPct val="90000"/>
        </a:lnSpc>
        <a:spcBef>
          <a:spcPts val="1759"/>
        </a:spcBef>
        <a:buFont typeface="Arial" panose="020B0604020202020204" pitchFamily="34" charset="0"/>
        <a:buChar char="•"/>
        <a:defRPr sz="6320" kern="1200">
          <a:solidFill>
            <a:schemeClr val="tx1"/>
          </a:solidFill>
          <a:latin typeface="+mn-lt"/>
          <a:ea typeface="+mn-ea"/>
          <a:cs typeface="+mn-cs"/>
        </a:defRPr>
      </a:lvl6pPr>
      <a:lvl7pPr marL="10437739" indent="-802902" algn="l" defTabSz="3211609" rtl="0" eaLnBrk="1" latinLnBrk="0" hangingPunct="1">
        <a:lnSpc>
          <a:spcPct val="90000"/>
        </a:lnSpc>
        <a:spcBef>
          <a:spcPts val="1759"/>
        </a:spcBef>
        <a:buFont typeface="Arial" panose="020B0604020202020204" pitchFamily="34" charset="0"/>
        <a:buChar char="•"/>
        <a:defRPr sz="6320" kern="1200">
          <a:solidFill>
            <a:schemeClr val="tx1"/>
          </a:solidFill>
          <a:latin typeface="+mn-lt"/>
          <a:ea typeface="+mn-ea"/>
          <a:cs typeface="+mn-cs"/>
        </a:defRPr>
      </a:lvl7pPr>
      <a:lvl8pPr marL="12043544" indent="-802902" algn="l" defTabSz="3211609" rtl="0" eaLnBrk="1" latinLnBrk="0" hangingPunct="1">
        <a:lnSpc>
          <a:spcPct val="90000"/>
        </a:lnSpc>
        <a:spcBef>
          <a:spcPts val="1759"/>
        </a:spcBef>
        <a:buFont typeface="Arial" panose="020B0604020202020204" pitchFamily="34" charset="0"/>
        <a:buChar char="•"/>
        <a:defRPr sz="6320" kern="1200">
          <a:solidFill>
            <a:schemeClr val="tx1"/>
          </a:solidFill>
          <a:latin typeface="+mn-lt"/>
          <a:ea typeface="+mn-ea"/>
          <a:cs typeface="+mn-cs"/>
        </a:defRPr>
      </a:lvl8pPr>
      <a:lvl9pPr marL="13649347" indent="-802902" algn="l" defTabSz="3211609" rtl="0" eaLnBrk="1" latinLnBrk="0" hangingPunct="1">
        <a:lnSpc>
          <a:spcPct val="90000"/>
        </a:lnSpc>
        <a:spcBef>
          <a:spcPts val="1759"/>
        </a:spcBef>
        <a:buFont typeface="Arial" panose="020B0604020202020204" pitchFamily="34" charset="0"/>
        <a:buChar char="•"/>
        <a:defRPr sz="6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11609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1pPr>
      <a:lvl2pPr marL="1605803" algn="l" defTabSz="3211609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2pPr>
      <a:lvl3pPr marL="3211609" algn="l" defTabSz="3211609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3pPr>
      <a:lvl4pPr marL="4817417" algn="l" defTabSz="3211609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4pPr>
      <a:lvl5pPr marL="6423227" algn="l" defTabSz="3211609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5pPr>
      <a:lvl6pPr marL="8029029" algn="l" defTabSz="3211609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6pPr>
      <a:lvl7pPr marL="9634838" algn="l" defTabSz="3211609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7pPr>
      <a:lvl8pPr marL="11240639" algn="l" defTabSz="3211609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8pPr>
      <a:lvl9pPr marL="12846451" algn="l" defTabSz="3211609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3.png"/><Relationship Id="rId5" Type="http://schemas.openxmlformats.org/officeDocument/2006/relationships/image" Target="../media/image4.pn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A6715-B91E-F3DA-9EA7-1952BF671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Box 252">
            <a:extLst>
              <a:ext uri="{FF2B5EF4-FFF2-40B4-BE49-F238E27FC236}">
                <a16:creationId xmlns:a16="http://schemas.microsoft.com/office/drawing/2014/main" id="{774BCBE1-9E87-AFD0-4311-7D656ADD5AD4}"/>
              </a:ext>
            </a:extLst>
          </p:cNvPr>
          <p:cNvSpPr txBox="1"/>
          <p:nvPr/>
        </p:nvSpPr>
        <p:spPr>
          <a:xfrm>
            <a:off x="6907829" y="14452500"/>
            <a:ext cx="1058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AU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EC3ABC-4C45-D113-E80E-8C31F1A2A733}"/>
              </a:ext>
            </a:extLst>
          </p:cNvPr>
          <p:cNvSpPr/>
          <p:nvPr/>
        </p:nvSpPr>
        <p:spPr>
          <a:xfrm>
            <a:off x="157567" y="577206"/>
            <a:ext cx="13012753" cy="1261425"/>
          </a:xfrm>
          <a:prstGeom prst="rect">
            <a:avLst/>
          </a:prstGeom>
          <a:solidFill>
            <a:srgbClr val="F1EFE8"/>
          </a:solidFill>
          <a:ln w="38100">
            <a:solidFill>
              <a:srgbClr val="5F5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2C2C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data</a:t>
            </a:r>
          </a:p>
          <a:p>
            <a:pPr algn="ctr"/>
            <a:r>
              <a:rPr lang="en-US" sz="2800">
                <a:solidFill>
                  <a:srgbClr val="2C2C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33-bus, </a:t>
            </a:r>
            <a:r>
              <a:rPr lang="en-AU" sz="2800">
                <a:solidFill>
                  <a:srgbClr val="2C2C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P1/P2 EVCS placements, D1–D4 demand levels, BESS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CDCBDA4-94BA-6569-D468-C2FDFC208F27}"/>
                  </a:ext>
                </a:extLst>
              </p:cNvPr>
              <p:cNvSpPr/>
              <p:nvPr/>
            </p:nvSpPr>
            <p:spPr>
              <a:xfrm>
                <a:off x="157569" y="2767414"/>
                <a:ext cx="13012752" cy="1261425"/>
              </a:xfrm>
              <a:prstGeom prst="rect">
                <a:avLst/>
              </a:prstGeom>
              <a:solidFill>
                <a:srgbClr val="F1EFE8"/>
              </a:solidFill>
              <a:ln w="38100">
                <a:solidFill>
                  <a:srgbClr val="5F5E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rgbClr val="2C2C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No-BESS BFS power-flow screening</a:t>
                </a:r>
              </a:p>
              <a:p>
                <a:pPr algn="ctr"/>
                <a:r>
                  <a:rPr lang="en-US" sz="2800">
                    <a:solidFill>
                      <a:srgbClr val="2C2C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2800">
                    <a:solidFill>
                      <a:srgbClr val="2C2C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800">
                    <a:solidFill>
                      <a:srgbClr val="2C2C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𝑙𝑜𝑠𝑠</m:t>
                        </m:r>
                      </m:sub>
                    </m:sSub>
                  </m:oMath>
                </a14:m>
                <a:r>
                  <a:rPr lang="en-US" sz="2800">
                    <a:solidFill>
                      <a:srgbClr val="2C2C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HCM — all placement–demand cases</a:t>
                </a:r>
                <a:endParaRPr lang="en-AU" sz="2800">
                  <a:solidFill>
                    <a:srgbClr val="2C2C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CDCBDA4-94BA-6569-D468-C2FDFC208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9" y="2767414"/>
                <a:ext cx="13012752" cy="12614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5F5E5A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Diamond 61">
            <a:extLst>
              <a:ext uri="{FF2B5EF4-FFF2-40B4-BE49-F238E27FC236}">
                <a16:creationId xmlns:a16="http://schemas.microsoft.com/office/drawing/2014/main" id="{D901DE07-A3D7-1AF0-4FD6-B1848EA9D63B}"/>
              </a:ext>
            </a:extLst>
          </p:cNvPr>
          <p:cNvSpPr/>
          <p:nvPr/>
        </p:nvSpPr>
        <p:spPr>
          <a:xfrm>
            <a:off x="2915516" y="4957622"/>
            <a:ext cx="7496856" cy="1995471"/>
          </a:xfrm>
          <a:prstGeom prst="diamond">
            <a:avLst/>
          </a:prstGeom>
          <a:solidFill>
            <a:srgbClr val="FAEEDA"/>
          </a:solidFill>
          <a:ln w="38100">
            <a:solidFill>
              <a:srgbClr val="BA75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or thermal violation?</a:t>
            </a:r>
            <a:endParaRPr lang="en-AU" sz="2800" i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CFC92A3-9A55-342D-72F6-59D465F1C700}"/>
                  </a:ext>
                </a:extLst>
              </p:cNvPr>
              <p:cNvSpPr/>
              <p:nvPr/>
            </p:nvSpPr>
            <p:spPr>
              <a:xfrm>
                <a:off x="157568" y="15189097"/>
                <a:ext cx="13012748" cy="1261425"/>
              </a:xfrm>
              <a:prstGeom prst="rect">
                <a:avLst/>
              </a:prstGeom>
              <a:solidFill>
                <a:srgbClr val="E1F5EE"/>
              </a:solidFill>
              <a:ln w="38100">
                <a:solidFill>
                  <a:srgbClr val="0F6E5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800" b="1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B4-PQ residual-voltage recovery</a:t>
                </a:r>
              </a:p>
              <a:p>
                <a:pPr algn="ctr"/>
                <a:r>
                  <a:rPr lang="en-AU" sz="2800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0">
                            <a:solidFill>
                              <a:srgbClr val="04342C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800" i="0">
                            <a:solidFill>
                              <a:srgbClr val="04342C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γ</m:t>
                        </m:r>
                      </m:e>
                      <m:sub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AU" sz="2800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𝑐𝑜𝑚𝑝</m:t>
                        </m:r>
                      </m:sub>
                    </m:sSub>
                  </m:oMath>
                </a14:m>
                <a:r>
                  <a:rPr lang="en-AU" sz="2800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0">
                            <a:solidFill>
                              <a:srgbClr val="04342C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800" i="0">
                            <a:solidFill>
                              <a:srgbClr val="04342C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γ</m:t>
                        </m:r>
                      </m:e>
                      <m:sub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sSubSup>
                      <m:sSubSupPr>
                        <m:ctrlPr>
                          <a:rPr lang="en-US" sz="2800" b="0" i="1" smtClean="0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𝐸𝑉𝐶</m:t>
                        </m:r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endParaRPr lang="en-AU" sz="2800">
                  <a:solidFill>
                    <a:srgbClr val="04342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CFC92A3-9A55-342D-72F6-59D465F1C7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8" y="15189097"/>
                <a:ext cx="13012748" cy="12614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F6E56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5306BB57-8BCE-7E80-2AA9-732836167BB1}"/>
                  </a:ext>
                </a:extLst>
              </p:cNvPr>
              <p:cNvSpPr/>
              <p:nvPr/>
            </p:nvSpPr>
            <p:spPr>
              <a:xfrm>
                <a:off x="157569" y="7881876"/>
                <a:ext cx="13012751" cy="1261425"/>
              </a:xfrm>
              <a:prstGeom prst="rect">
                <a:avLst/>
              </a:prstGeom>
              <a:solidFill>
                <a:srgbClr val="E6F1FB"/>
              </a:solidFill>
              <a:ln w="38100">
                <a:solidFill>
                  <a:srgbClr val="185F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800" b="1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B4-P active-power bisection sizing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𝐵𝐸𝑆𝑆</m:t>
                        </m:r>
                      </m:sup>
                    </m:sSubSup>
                    <m:r>
                      <a:rPr lang="en-AU" sz="2800" i="1">
                        <a:solidFill>
                          <a:srgbClr val="04342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​=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𝐸𝑉𝐶𝑆</m:t>
                        </m:r>
                      </m:sup>
                    </m:sSubSup>
                    <m:r>
                      <a:rPr lang="en-AU" sz="2800">
                        <a:solidFill>
                          <a:srgbClr val="04342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​−</a:t>
                </a:r>
                <a:r>
                  <a:rPr lang="ar-AE" sz="2800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𝑎𝑙𝑙𝑜𝑤</m:t>
                        </m:r>
                      </m:sup>
                    </m:sSubSup>
                  </m:oMath>
                </a14:m>
                <a:r>
                  <a:rPr lang="en-AU" sz="2800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AU" sz="2800">
                  <a:solidFill>
                    <a:srgbClr val="04342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5306BB57-8BCE-7E80-2AA9-732836167B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9" y="7881876"/>
                <a:ext cx="13012751" cy="1261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185FA5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A5D67DD-504D-A547-0876-86D9F842A944}"/>
                  </a:ext>
                </a:extLst>
              </p:cNvPr>
              <p:cNvSpPr/>
              <p:nvPr/>
            </p:nvSpPr>
            <p:spPr>
              <a:xfrm>
                <a:off x="13170315" y="4955071"/>
                <a:ext cx="3746088" cy="1995472"/>
              </a:xfrm>
              <a:prstGeom prst="rect">
                <a:avLst/>
              </a:prstGeom>
              <a:solidFill>
                <a:srgbClr val="EAF3DE"/>
              </a:solidFill>
              <a:ln w="38100">
                <a:solidFill>
                  <a:srgbClr val="5F5E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rgbClr val="2C2C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violation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𝐵𝐸𝑆𝑆</m:t>
                        </m:r>
                      </m:sup>
                    </m:sSubSup>
                  </m:oMath>
                </a14:m>
                <a:r>
                  <a:rPr lang="en-US" sz="2800">
                    <a:solidFill>
                      <a:srgbClr val="26215C"/>
                    </a:solidFill>
                    <a:latin typeface="Times New Roman" panose="02020603050405020304" pitchFamily="18" charset="0"/>
                  </a:rPr>
                  <a:t> = 0,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4342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smtClean="0">
                        <a:solidFill>
                          <a:srgbClr val="04342C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𝑐𝑜𝑚𝑝</m:t>
                        </m:r>
                      </m:sub>
                    </m:sSub>
                  </m:oMath>
                </a14:m>
                <a:r>
                  <a:rPr lang="en-US" sz="2800">
                    <a:solidFill>
                      <a:srgbClr val="26215C"/>
                    </a:solidFill>
                    <a:latin typeface="Times New Roman" panose="02020603050405020304" pitchFamily="18" charset="0"/>
                  </a:rPr>
                  <a:t> = 0</a:t>
                </a:r>
              </a:p>
              <a:p>
                <a:pPr algn="ctr"/>
                <a:r>
                  <a:rPr lang="en-US" sz="2800">
                    <a:solidFill>
                      <a:srgbClr val="2C2C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recorded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A5D67DD-504D-A547-0876-86D9F842A9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0315" y="4955071"/>
                <a:ext cx="3746088" cy="1995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5F5E5A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C4FBDAB-D6C9-56EF-5520-58417E284E60}"/>
                  </a:ext>
                </a:extLst>
              </p:cNvPr>
              <p:cNvSpPr/>
              <p:nvPr/>
            </p:nvSpPr>
            <p:spPr>
              <a:xfrm>
                <a:off x="157568" y="10072084"/>
                <a:ext cx="13012749" cy="1261426"/>
              </a:xfrm>
              <a:prstGeom prst="rect">
                <a:avLst/>
              </a:prstGeom>
              <a:solidFill>
                <a:srgbClr val="E6F1FB"/>
              </a:solidFill>
              <a:ln w="38100">
                <a:solidFill>
                  <a:srgbClr val="185F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800" b="1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Post-B4-P BFS validation </a:t>
                </a:r>
              </a:p>
              <a:p>
                <a:pPr algn="ctr"/>
                <a:r>
                  <a:rPr lang="en-US" sz="2800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2800" i="1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800" i="1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𝑙𝑜𝑠𝑠</m:t>
                        </m:r>
                      </m:sub>
                    </m:sSub>
                  </m:oMath>
                </a14:m>
                <a:r>
                  <a:rPr lang="en-US" sz="2800" i="1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HCM, </a:t>
                </a:r>
                <a:r>
                  <a:rPr lang="en-US" sz="2800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identify residual voltage limitation</a:t>
                </a:r>
                <a:endParaRPr lang="en-AU" sz="2800">
                  <a:solidFill>
                    <a:srgbClr val="04342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C4FBDAB-D6C9-56EF-5520-58417E284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8" y="10072084"/>
                <a:ext cx="13012749" cy="12614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185FA5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Diamond 16">
                <a:extLst>
                  <a:ext uri="{FF2B5EF4-FFF2-40B4-BE49-F238E27FC236}">
                    <a16:creationId xmlns:a16="http://schemas.microsoft.com/office/drawing/2014/main" id="{3EF9FDB9-6465-B573-BF82-6FD54FBC24E5}"/>
                  </a:ext>
                </a:extLst>
              </p:cNvPr>
              <p:cNvSpPr/>
              <p:nvPr/>
            </p:nvSpPr>
            <p:spPr>
              <a:xfrm>
                <a:off x="2915516" y="12262292"/>
                <a:ext cx="7496856" cy="1995471"/>
              </a:xfrm>
              <a:prstGeom prst="diamond">
                <a:avLst/>
              </a:prstGeom>
              <a:solidFill>
                <a:srgbClr val="FAEEDA"/>
              </a:solidFill>
              <a:ln w="38100">
                <a:solidFill>
                  <a:srgbClr val="BA751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𝒎𝒊𝒏</m:t>
                        </m:r>
                      </m:sub>
                    </m:sSub>
                  </m:oMath>
                </a14:m>
                <a:r>
                  <a:rPr lang="en-AU" sz="2800" b="1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𝒕𝒉𝒓</m:t>
                        </m:r>
                      </m:sub>
                    </m:sSub>
                  </m:oMath>
                </a14:m>
                <a:r>
                  <a:rPr lang="en-AU" sz="28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after B4-P?</a:t>
                </a:r>
              </a:p>
            </p:txBody>
          </p:sp>
        </mc:Choice>
        <mc:Fallback xmlns="">
          <p:sp>
            <p:nvSpPr>
              <p:cNvPr id="17" name="Diamond 16">
                <a:extLst>
                  <a:ext uri="{FF2B5EF4-FFF2-40B4-BE49-F238E27FC236}">
                    <a16:creationId xmlns:a16="http://schemas.microsoft.com/office/drawing/2014/main" id="{3EF9FDB9-6465-B573-BF82-6FD54FBC24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516" y="12262292"/>
                <a:ext cx="7496856" cy="1995471"/>
              </a:xfrm>
              <a:prstGeom prst="diamond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BA7517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B13CE115-7360-8F51-29FA-D4FFDD585FF5}"/>
              </a:ext>
            </a:extLst>
          </p:cNvPr>
          <p:cNvSpPr/>
          <p:nvPr/>
        </p:nvSpPr>
        <p:spPr>
          <a:xfrm>
            <a:off x="13170315" y="12262292"/>
            <a:ext cx="3746088" cy="1995472"/>
          </a:xfrm>
          <a:prstGeom prst="rect">
            <a:avLst/>
          </a:prstGeom>
          <a:solidFill>
            <a:srgbClr val="EAF3DE"/>
          </a:solidFill>
          <a:ln w="38100">
            <a:solidFill>
              <a:srgbClr val="5F5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2C2C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 + Voltage</a:t>
            </a:r>
          </a:p>
          <a:p>
            <a:pPr algn="ctr"/>
            <a:r>
              <a:rPr lang="en-US" sz="2800">
                <a:solidFill>
                  <a:srgbClr val="2C2C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B4-P sufficient; proceed</a:t>
            </a:r>
            <a:endParaRPr lang="en-AU" sz="2800">
              <a:solidFill>
                <a:srgbClr val="2C2C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592B31B-1593-69DD-0B29-893F63468B11}"/>
                  </a:ext>
                </a:extLst>
              </p:cNvPr>
              <p:cNvSpPr/>
              <p:nvPr/>
            </p:nvSpPr>
            <p:spPr>
              <a:xfrm>
                <a:off x="157568" y="17376754"/>
                <a:ext cx="13012749" cy="1261425"/>
              </a:xfrm>
              <a:prstGeom prst="rect">
                <a:avLst/>
              </a:prstGeom>
              <a:solidFill>
                <a:srgbClr val="FAECE7"/>
              </a:solidFill>
              <a:ln w="38100">
                <a:solidFill>
                  <a:srgbClr val="993C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800" b="1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Off-peak recharge deliverability</a:t>
                </a:r>
              </a:p>
              <a:p>
                <a:pPr algn="ctr"/>
                <a:r>
                  <a:rPr lang="en-AU" sz="2800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0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i="0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R(T</m:t>
                        </m:r>
                      </m:e>
                      <m:sub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  <m:r>
                      <a:rPr lang="en-US" sz="2800" i="1">
                        <a:solidFill>
                          <a:srgbClr val="26215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800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0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i="0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AU" sz="2800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7 h / 10 h / 12 h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592B31B-1593-69DD-0B29-893F63468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8" y="17376754"/>
                <a:ext cx="13012749" cy="12614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rgbClr val="993C1D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1F7917E-4CE4-6FC1-4598-FC93D1E5B238}"/>
                  </a:ext>
                </a:extLst>
              </p:cNvPr>
              <p:cNvSpPr/>
              <p:nvPr/>
            </p:nvSpPr>
            <p:spPr>
              <a:xfrm>
                <a:off x="157567" y="19569512"/>
                <a:ext cx="13012748" cy="1283555"/>
              </a:xfrm>
              <a:prstGeom prst="rect">
                <a:avLst/>
              </a:prstGeom>
              <a:solidFill>
                <a:srgbClr val="FAEEDA"/>
              </a:solidFill>
              <a:ln w="38100">
                <a:solidFill>
                  <a:srgbClr val="854F0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rgbClr val="2C2C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Planning outputs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𝐵𝐸𝑆𝑆</m:t>
                        </m:r>
                      </m:sup>
                    </m:sSubSup>
                    <m:r>
                      <a:rPr lang="en-US" sz="2800" b="0" i="1" smtClean="0">
                        <a:solidFill>
                          <a:srgbClr val="04342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b="0" i="1" smtClean="0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i="1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𝑐𝑜𝑚𝑝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800" i="0">
                            <a:solidFill>
                              <a:srgbClr val="26215C"/>
                            </a:solidFill>
                            <a:latin typeface="Cambria Math" panose="02040503050406030204" pitchFamily="18" charset="0"/>
                          </a:rPr>
                          <m:t>R(T</m:t>
                        </m:r>
                      </m:e>
                      <m:sub>
                        <m:r>
                          <a:rPr lang="en-US" sz="2800" i="1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  <m:r>
                      <a:rPr lang="en-US" sz="2800" i="1">
                        <a:solidFill>
                          <a:srgbClr val="26215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800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AU" sz="2800">
                  <a:solidFill>
                    <a:srgbClr val="2C2C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1F7917E-4CE4-6FC1-4598-FC93D1E5B2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7" y="19569512"/>
                <a:ext cx="13012748" cy="12835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rgbClr val="854F0B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E598C7-B138-4509-E438-734FAB55DF1D}"/>
              </a:ext>
            </a:extLst>
          </p:cNvPr>
          <p:cNvCxnSpPr>
            <a:stCxn id="31" idx="2"/>
          </p:cNvCxnSpPr>
          <p:nvPr/>
        </p:nvCxnSpPr>
        <p:spPr>
          <a:xfrm flipH="1">
            <a:off x="6663941" y="1838631"/>
            <a:ext cx="3" cy="928783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B8C7056-7753-C511-E7FB-026E32ED0039}"/>
              </a:ext>
            </a:extLst>
          </p:cNvPr>
          <p:cNvCxnSpPr>
            <a:stCxn id="54" idx="2"/>
          </p:cNvCxnSpPr>
          <p:nvPr/>
        </p:nvCxnSpPr>
        <p:spPr>
          <a:xfrm flipH="1">
            <a:off x="6663941" y="4028839"/>
            <a:ext cx="4" cy="926232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DD015AA-1738-7AE8-3E0A-7BC00C5B27F7}"/>
              </a:ext>
            </a:extLst>
          </p:cNvPr>
          <p:cNvCxnSpPr>
            <a:stCxn id="62" idx="2"/>
          </p:cNvCxnSpPr>
          <p:nvPr/>
        </p:nvCxnSpPr>
        <p:spPr>
          <a:xfrm flipH="1">
            <a:off x="6663941" y="6953093"/>
            <a:ext cx="3" cy="928783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83D0263-61E7-7698-74A7-121ADF203C7B}"/>
              </a:ext>
            </a:extLst>
          </p:cNvPr>
          <p:cNvCxnSpPr>
            <a:stCxn id="62" idx="3"/>
          </p:cNvCxnSpPr>
          <p:nvPr/>
        </p:nvCxnSpPr>
        <p:spPr>
          <a:xfrm flipV="1">
            <a:off x="10412372" y="5952807"/>
            <a:ext cx="2757943" cy="2551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8169F14-F0BF-8599-45D2-0AA849177235}"/>
              </a:ext>
            </a:extLst>
          </p:cNvPr>
          <p:cNvCxnSpPr>
            <a:stCxn id="142" idx="2"/>
            <a:endCxn id="19" idx="0"/>
          </p:cNvCxnSpPr>
          <p:nvPr/>
        </p:nvCxnSpPr>
        <p:spPr>
          <a:xfrm flipH="1">
            <a:off x="6663943" y="9143301"/>
            <a:ext cx="2" cy="928783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5D5E2A-70D1-DB87-41B3-B9C5AA407822}"/>
              </a:ext>
            </a:extLst>
          </p:cNvPr>
          <p:cNvCxnSpPr>
            <a:stCxn id="19" idx="2"/>
            <a:endCxn id="17" idx="0"/>
          </p:cNvCxnSpPr>
          <p:nvPr/>
        </p:nvCxnSpPr>
        <p:spPr>
          <a:xfrm flipH="1">
            <a:off x="6663941" y="11333510"/>
            <a:ext cx="2" cy="928782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F00146-5A06-D992-335E-C7B71D8F5F9D}"/>
              </a:ext>
            </a:extLst>
          </p:cNvPr>
          <p:cNvCxnSpPr>
            <a:stCxn id="17" idx="2"/>
            <a:endCxn id="63" idx="0"/>
          </p:cNvCxnSpPr>
          <p:nvPr/>
        </p:nvCxnSpPr>
        <p:spPr>
          <a:xfrm flipH="1">
            <a:off x="6663942" y="14257763"/>
            <a:ext cx="2" cy="931334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D5D2C61-CB47-E52A-0CC6-E0CB97A01585}"/>
              </a:ext>
            </a:extLst>
          </p:cNvPr>
          <p:cNvCxnSpPr>
            <a:stCxn id="63" idx="2"/>
            <a:endCxn id="20" idx="0"/>
          </p:cNvCxnSpPr>
          <p:nvPr/>
        </p:nvCxnSpPr>
        <p:spPr>
          <a:xfrm>
            <a:off x="6663942" y="16450522"/>
            <a:ext cx="1" cy="926232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30DBDFF-2E91-3291-3E4B-0A705F27C6DC}"/>
              </a:ext>
            </a:extLst>
          </p:cNvPr>
          <p:cNvCxnSpPr>
            <a:stCxn id="20" idx="2"/>
          </p:cNvCxnSpPr>
          <p:nvPr/>
        </p:nvCxnSpPr>
        <p:spPr>
          <a:xfrm flipH="1">
            <a:off x="6663941" y="18638179"/>
            <a:ext cx="2" cy="931333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7B96516-76EC-20C2-B301-58F5E836C488}"/>
              </a:ext>
            </a:extLst>
          </p:cNvPr>
          <p:cNvCxnSpPr>
            <a:stCxn id="17" idx="3"/>
          </p:cNvCxnSpPr>
          <p:nvPr/>
        </p:nvCxnSpPr>
        <p:spPr>
          <a:xfrm flipV="1">
            <a:off x="10412372" y="13214555"/>
            <a:ext cx="2757943" cy="45473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0275B460-D50A-3A0E-91AB-90C767187FC3}"/>
              </a:ext>
            </a:extLst>
          </p:cNvPr>
          <p:cNvSpPr txBox="1"/>
          <p:nvPr/>
        </p:nvSpPr>
        <p:spPr>
          <a:xfrm>
            <a:off x="10545113" y="12649318"/>
            <a:ext cx="1058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AU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7DEA7B5-9205-65D3-5AFC-75572AE8D58E}"/>
              </a:ext>
            </a:extLst>
          </p:cNvPr>
          <p:cNvSpPr txBox="1"/>
          <p:nvPr/>
        </p:nvSpPr>
        <p:spPr>
          <a:xfrm>
            <a:off x="6907829" y="7189846"/>
            <a:ext cx="1058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AU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B51C049-1695-85C9-1532-0A91B352E5AD}"/>
              </a:ext>
            </a:extLst>
          </p:cNvPr>
          <p:cNvSpPr txBox="1"/>
          <p:nvPr/>
        </p:nvSpPr>
        <p:spPr>
          <a:xfrm>
            <a:off x="10545113" y="5386664"/>
            <a:ext cx="1058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AU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CF0CC1E3-A0A0-DD6E-5F1D-BB5624E79877}"/>
              </a:ext>
            </a:extLst>
          </p:cNvPr>
          <p:cNvCxnSpPr>
            <a:stCxn id="18" idx="2"/>
            <a:endCxn id="20" idx="3"/>
          </p:cNvCxnSpPr>
          <p:nvPr/>
        </p:nvCxnSpPr>
        <p:spPr>
          <a:xfrm rot="5400000">
            <a:off x="12231987" y="15196094"/>
            <a:ext cx="3749703" cy="1873042"/>
          </a:xfrm>
          <a:prstGeom prst="bentConnector2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120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282A5-0A5F-7DD7-6665-527CE8981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040800-29CC-417C-AC6A-E5E7E6197CB7}"/>
              </a:ext>
            </a:extLst>
          </p:cNvPr>
          <p:cNvSpPr/>
          <p:nvPr/>
        </p:nvSpPr>
        <p:spPr>
          <a:xfrm>
            <a:off x="808823" y="-822969"/>
            <a:ext cx="13012753" cy="1261425"/>
          </a:xfrm>
          <a:prstGeom prst="rect">
            <a:avLst/>
          </a:prstGeom>
          <a:solidFill>
            <a:srgbClr val="F1EFE8"/>
          </a:solidFill>
          <a:ln w="38100">
            <a:solidFill>
              <a:srgbClr val="5F5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Prescribed Feeder Stress State</a:t>
            </a:r>
          </a:p>
          <a:p>
            <a:pPr algn="ctr"/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33-bus, </a:t>
            </a:r>
            <a:r>
              <a:rPr lang="en-AU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P1/P2 EVCS placements, D1–D4 demand levels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4334FF7-3AFB-92A6-5CD8-026AC8E5FC43}"/>
                  </a:ext>
                </a:extLst>
              </p:cNvPr>
              <p:cNvSpPr/>
              <p:nvPr/>
            </p:nvSpPr>
            <p:spPr>
              <a:xfrm>
                <a:off x="808823" y="1016199"/>
                <a:ext cx="13012753" cy="1261425"/>
              </a:xfrm>
              <a:prstGeom prst="rect">
                <a:avLst/>
              </a:prstGeom>
              <a:solidFill>
                <a:srgbClr val="F1EFE8"/>
              </a:solidFill>
              <a:ln w="38100">
                <a:solidFill>
                  <a:srgbClr val="5F5E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No-storage BFS Assessment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𝑙𝑜𝑠𝑠</m:t>
                        </m:r>
                      </m:sub>
                    </m:sSub>
                  </m:oMath>
                </a14:m>
                <a:endParaRPr lang="en-AU"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6ED7711-73E3-3ABC-6541-750FF08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23" y="1016199"/>
                <a:ext cx="13012753" cy="12614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5F5E5A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iamond 4">
            <a:extLst>
              <a:ext uri="{FF2B5EF4-FFF2-40B4-BE49-F238E27FC236}">
                <a16:creationId xmlns:a16="http://schemas.microsoft.com/office/drawing/2014/main" id="{615A3C38-CDF1-423B-7123-298B0EEB9FAF}"/>
              </a:ext>
            </a:extLst>
          </p:cNvPr>
          <p:cNvSpPr/>
          <p:nvPr/>
        </p:nvSpPr>
        <p:spPr>
          <a:xfrm>
            <a:off x="808830" y="2857918"/>
            <a:ext cx="4334658" cy="1995471"/>
          </a:xfrm>
          <a:prstGeom prst="diamond">
            <a:avLst/>
          </a:prstGeom>
          <a:solidFill>
            <a:srgbClr val="FAEEDA"/>
          </a:solidFill>
          <a:ln w="38100">
            <a:solidFill>
              <a:srgbClr val="BA75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 overload?</a:t>
            </a:r>
            <a:endParaRPr lang="en-AU" sz="2800" b="1" i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C454C36-8792-0F53-D00F-13A013D47023}"/>
                  </a:ext>
                </a:extLst>
              </p:cNvPr>
              <p:cNvSpPr/>
              <p:nvPr/>
            </p:nvSpPr>
            <p:spPr>
              <a:xfrm>
                <a:off x="6019990" y="2855367"/>
                <a:ext cx="7801581" cy="1995472"/>
              </a:xfrm>
              <a:prstGeom prst="rect">
                <a:avLst/>
              </a:prstGeom>
              <a:solidFill>
                <a:srgbClr val="EAF3DE"/>
              </a:solidFill>
              <a:ln w="38100">
                <a:solidFill>
                  <a:srgbClr val="5F5E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rgbClr val="2C2C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Branch-Loading Violation</a:t>
                </a:r>
                <a:endParaRPr lang="en-US" sz="2800" i="1">
                  <a:solidFill>
                    <a:srgbClr val="04342C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ar-AE" sz="2800" b="0" i="1" smtClean="0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800" b="0" i="1" smtClean="0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800" b="0" i="1" smtClean="0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04342C"/>
                            </a:solidFill>
                            <a:latin typeface="Cambria Math" panose="02040503050406030204" pitchFamily="18" charset="0"/>
                          </a:rPr>
                          <m:t>𝐵𝐸𝑆𝑆</m:t>
                        </m:r>
                      </m:sup>
                    </m:sSubSup>
                  </m:oMath>
                </a14:m>
                <a:r>
                  <a:rPr lang="en-US" sz="2800">
                    <a:solidFill>
                      <a:srgbClr val="26215C"/>
                    </a:solidFill>
                    <a:latin typeface="Times New Roman" panose="02020603050405020304" pitchFamily="18" charset="0"/>
                  </a:rPr>
                  <a:t> = 0</a:t>
                </a:r>
                <a:endParaRPr lang="en-US" sz="2800">
                  <a:solidFill>
                    <a:srgbClr val="2C2C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C454C36-8792-0F53-D00F-13A013D470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990" y="2855367"/>
                <a:ext cx="7801581" cy="1995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5F5E5A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E42528-5E90-92C6-7FAF-40B86AE2B5E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143488" y="3853103"/>
            <a:ext cx="876502" cy="2551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8BF91B6-EBB9-58AF-00A2-1B5EE45C2F81}"/>
              </a:ext>
            </a:extLst>
          </p:cNvPr>
          <p:cNvSpPr txBox="1"/>
          <p:nvPr/>
        </p:nvSpPr>
        <p:spPr>
          <a:xfrm>
            <a:off x="3151757" y="4685938"/>
            <a:ext cx="1058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AU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4FCBB9-F689-B14C-DB6F-44D251A14F21}"/>
              </a:ext>
            </a:extLst>
          </p:cNvPr>
          <p:cNvSpPr txBox="1"/>
          <p:nvPr/>
        </p:nvSpPr>
        <p:spPr>
          <a:xfrm>
            <a:off x="5086350" y="3305497"/>
            <a:ext cx="117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AU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B73946-D4C9-24A5-E677-6F590DD49810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7315200" y="438456"/>
            <a:ext cx="0" cy="577743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F780422-19A8-A103-0638-BBE6E146AED3}"/>
                  </a:ext>
                </a:extLst>
              </p:cNvPr>
              <p:cNvSpPr/>
              <p:nvPr/>
            </p:nvSpPr>
            <p:spPr>
              <a:xfrm>
                <a:off x="808823" y="5458698"/>
                <a:ext cx="13012753" cy="1261425"/>
              </a:xfrm>
              <a:prstGeom prst="rect">
                <a:avLst/>
              </a:prstGeom>
              <a:solidFill>
                <a:srgbClr val="E6F1FB"/>
              </a:solidFill>
              <a:ln w="38100">
                <a:solidFill>
                  <a:srgbClr val="185FA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rgbClr val="043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Centralized Branch-Loading Relief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>
                              <a:solidFill>
                                <a:srgbClr val="04342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4342C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4342C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2800" b="0">
                          <a:solidFill>
                            <a:srgbClr val="04342C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>
                          <a:solidFill>
                            <a:srgbClr val="04342C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sz="2800" b="0">
                          <a:solidFill>
                            <a:srgbClr val="04342C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AU" sz="2800">
                  <a:solidFill>
                    <a:srgbClr val="04342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F780422-19A8-A103-0638-BBE6E146AE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23" y="5458698"/>
                <a:ext cx="13012753" cy="1261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185FA5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A88CB540-8864-D30C-1693-430326CC3E55}"/>
              </a:ext>
            </a:extLst>
          </p:cNvPr>
          <p:cNvSpPr/>
          <p:nvPr/>
        </p:nvSpPr>
        <p:spPr>
          <a:xfrm>
            <a:off x="808823" y="7317433"/>
            <a:ext cx="13012753" cy="1261425"/>
          </a:xfrm>
          <a:prstGeom prst="rect">
            <a:avLst/>
          </a:prstGeom>
          <a:solidFill>
            <a:srgbClr val="E6F1FB"/>
          </a:solidFill>
          <a:ln w="38100">
            <a:solidFill>
              <a:srgbClr val="185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43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Post-Allocation BFS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Diamond 33">
                <a:extLst>
                  <a:ext uri="{FF2B5EF4-FFF2-40B4-BE49-F238E27FC236}">
                    <a16:creationId xmlns:a16="http://schemas.microsoft.com/office/drawing/2014/main" id="{F61F7F2C-D3FF-A491-B966-83CC7C9549CD}"/>
                  </a:ext>
                </a:extLst>
              </p:cNvPr>
              <p:cNvSpPr/>
              <p:nvPr/>
            </p:nvSpPr>
            <p:spPr>
              <a:xfrm>
                <a:off x="813245" y="9211104"/>
                <a:ext cx="4330255" cy="1995471"/>
              </a:xfrm>
              <a:prstGeom prst="diamond">
                <a:avLst/>
              </a:prstGeom>
              <a:solidFill>
                <a:srgbClr val="FAEEDA"/>
              </a:solidFill>
              <a:ln w="38100">
                <a:solidFill>
                  <a:srgbClr val="BA751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𝒎𝒊𝒏</m:t>
                        </m:r>
                      </m:sub>
                    </m:sSub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AU" sz="28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0.95 pu.?</a:t>
                </a:r>
              </a:p>
            </p:txBody>
          </p:sp>
        </mc:Choice>
        <mc:Fallback xmlns="">
          <p:sp>
            <p:nvSpPr>
              <p:cNvPr id="34" name="Diamond 33">
                <a:extLst>
                  <a:ext uri="{FF2B5EF4-FFF2-40B4-BE49-F238E27FC236}">
                    <a16:creationId xmlns:a16="http://schemas.microsoft.com/office/drawing/2014/main" id="{AC7AF85C-BB5A-6226-5DCF-9733DEAA14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45" y="9211104"/>
                <a:ext cx="4330255" cy="1995471"/>
              </a:xfrm>
              <a:prstGeom prst="diamond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BA7517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0461C63-FE57-5D13-FABD-94B2F934996C}"/>
                  </a:ext>
                </a:extLst>
              </p:cNvPr>
              <p:cNvSpPr/>
              <p:nvPr/>
            </p:nvSpPr>
            <p:spPr>
              <a:xfrm>
                <a:off x="6019990" y="9211103"/>
                <a:ext cx="3746088" cy="1995472"/>
              </a:xfrm>
              <a:prstGeom prst="rect">
                <a:avLst/>
              </a:prstGeom>
              <a:solidFill>
                <a:srgbClr val="EAF3DE"/>
              </a:solidFill>
              <a:ln w="38100">
                <a:solidFill>
                  <a:srgbClr val="5F5E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Unity-Power-Factor Correction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𝑃𝐹𝐶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0461C63-FE57-5D13-FABD-94B2F9349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990" y="9211103"/>
                <a:ext cx="3746088" cy="19954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5F5E5A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0027514-A5E9-A29A-D06D-7620C0E32CF8}"/>
              </a:ext>
            </a:extLst>
          </p:cNvPr>
          <p:cNvCxnSpPr>
            <a:cxnSpLocks/>
            <a:stCxn id="34" idx="3"/>
            <a:endCxn id="39" idx="1"/>
          </p:cNvCxnSpPr>
          <p:nvPr/>
        </p:nvCxnSpPr>
        <p:spPr>
          <a:xfrm flipV="1">
            <a:off x="5143500" y="10208839"/>
            <a:ext cx="876490" cy="1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CDC85B8-CB19-00F8-2158-4DBEA075B2AE}"/>
                  </a:ext>
                </a:extLst>
              </p:cNvPr>
              <p:cNvSpPr/>
              <p:nvPr/>
            </p:nvSpPr>
            <p:spPr>
              <a:xfrm>
                <a:off x="808823" y="13864165"/>
                <a:ext cx="13012753" cy="1261425"/>
              </a:xfrm>
              <a:prstGeom prst="rect">
                <a:avLst/>
              </a:prstGeom>
              <a:solidFill>
                <a:srgbClr val="EEEAF6"/>
              </a:solidFill>
              <a:ln w="38100">
                <a:solidFill>
                  <a:srgbClr val="695A8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Storage-Energy Envelope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  <m:r>
                      <a:rPr lang="en-US" sz="2800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/ 4 / 6 h</a:t>
                </a:r>
              </a:p>
            </p:txBody>
          </p:sp>
        </mc:Choice>
        <mc:Fallback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CDC85B8-CB19-00F8-2158-4DBEA075B2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23" y="13864165"/>
                <a:ext cx="13012753" cy="12614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695A8F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C8C0AE7-CA42-A300-D4B1-010B8A760D58}"/>
                  </a:ext>
                </a:extLst>
              </p:cNvPr>
              <p:cNvSpPr/>
              <p:nvPr/>
            </p:nvSpPr>
            <p:spPr>
              <a:xfrm>
                <a:off x="808823" y="15600372"/>
                <a:ext cx="13012753" cy="1261425"/>
              </a:xfrm>
              <a:prstGeom prst="rect">
                <a:avLst/>
              </a:prstGeom>
              <a:solidFill>
                <a:srgbClr val="EEEAF6"/>
              </a:solidFill>
              <a:ln w="38100">
                <a:solidFill>
                  <a:srgbClr val="695A8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Synchronous Recharge</a:t>
                </a:r>
              </a:p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post-stress state, common recharge duration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𝑟𝑒𝑐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C8C0AE7-CA42-A300-D4B1-010B8A760D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23" y="15600372"/>
                <a:ext cx="13012753" cy="12614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rgbClr val="695A8F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Diamond 47">
            <a:extLst>
              <a:ext uri="{FF2B5EF4-FFF2-40B4-BE49-F238E27FC236}">
                <a16:creationId xmlns:a16="http://schemas.microsoft.com/office/drawing/2014/main" id="{B8BA0304-A1D9-4DA9-514C-6DD2BCDA3A3F}"/>
              </a:ext>
            </a:extLst>
          </p:cNvPr>
          <p:cNvSpPr/>
          <p:nvPr/>
        </p:nvSpPr>
        <p:spPr>
          <a:xfrm>
            <a:off x="3566772" y="17336579"/>
            <a:ext cx="7496856" cy="1995471"/>
          </a:xfrm>
          <a:prstGeom prst="diamond">
            <a:avLst/>
          </a:prstGeom>
          <a:solidFill>
            <a:srgbClr val="FAEEDA"/>
          </a:solidFill>
          <a:ln w="38100">
            <a:solidFill>
              <a:srgbClr val="BA75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constraint binds?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EED08E-4651-0160-B0AA-BED49815E063}"/>
              </a:ext>
            </a:extLst>
          </p:cNvPr>
          <p:cNvSpPr/>
          <p:nvPr/>
        </p:nvSpPr>
        <p:spPr>
          <a:xfrm>
            <a:off x="808825" y="19806832"/>
            <a:ext cx="5791996" cy="1261425"/>
          </a:xfrm>
          <a:prstGeom prst="rect">
            <a:avLst/>
          </a:prstGeom>
          <a:solidFill>
            <a:srgbClr val="FFF2DD"/>
          </a:solidFill>
          <a:ln w="38100">
            <a:solidFill>
              <a:srgbClr val="5F5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Active-rating/efficiency-limited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100194B-4849-0670-1EE2-83CC30E254A5}"/>
              </a:ext>
            </a:extLst>
          </p:cNvPr>
          <p:cNvSpPr/>
          <p:nvPr/>
        </p:nvSpPr>
        <p:spPr>
          <a:xfrm>
            <a:off x="8029576" y="19806832"/>
            <a:ext cx="5791996" cy="1261425"/>
          </a:xfrm>
          <a:prstGeom prst="rect">
            <a:avLst/>
          </a:prstGeom>
          <a:solidFill>
            <a:srgbClr val="FFF2DD"/>
          </a:solidFill>
          <a:ln w="38100">
            <a:solidFill>
              <a:srgbClr val="5F5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Voltage-limited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E26D446-FC6F-441C-8D0E-94BE269886EF}"/>
                  </a:ext>
                </a:extLst>
              </p:cNvPr>
              <p:cNvSpPr/>
              <p:nvPr/>
            </p:nvSpPr>
            <p:spPr>
              <a:xfrm>
                <a:off x="808824" y="21598575"/>
                <a:ext cx="13012753" cy="1261425"/>
              </a:xfrm>
              <a:prstGeom prst="rect">
                <a:avLst/>
              </a:prstGeom>
              <a:solidFill>
                <a:srgbClr val="FAEEDA"/>
              </a:solidFill>
              <a:ln w="38100">
                <a:solidFill>
                  <a:srgbClr val="854F0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rgbClr val="2C2C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Five Adequacy Requirements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𝐵𝐿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𝐵𝐸𝑆𝑆</m:t>
                          </m:r>
                        </m:sup>
                      </m:sSubSup>
                      <m:r>
                        <a:rPr lang="en-US" sz="2800" b="0">
                          <a:solidFill>
                            <a:srgbClr val="2C2C2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rgbClr val="2C2C2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𝑃𝐹𝐶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2C2C2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𝑎𝑑𝑑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800" b="0" i="0" smtClean="0">
                          <a:solidFill>
                            <a:srgbClr val="2C2C2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0">
                          <a:solidFill>
                            <a:srgbClr val="2C2C2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b="0" i="1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800" b="0" i="1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𝑃𝐶𝑆</m:t>
                          </m:r>
                          <m:r>
                            <a:rPr lang="en-US" sz="2800" b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𝑟𝑒𝑞</m:t>
                          </m:r>
                        </m:sup>
                      </m:sSup>
                      <m:r>
                        <a:rPr lang="en-US" sz="2800" b="0">
                          <a:solidFill>
                            <a:srgbClr val="2C2C2A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solidFill>
                            <a:srgbClr val="2C2C2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𝐴𝐶</m:t>
                          </m:r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2C2C2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𝑏𝑎𝑡𝑡</m:t>
                          </m:r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𝑤𝑑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2C2C2A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𝑛𝑜𝑚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2C2C2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0">
                          <a:solidFill>
                            <a:srgbClr val="2C2C2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𝑟𝑒𝑐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2C2C2A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800">
                  <a:solidFill>
                    <a:srgbClr val="2C2C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E26D446-FC6F-441C-8D0E-94BE269886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24" y="21598575"/>
                <a:ext cx="13012753" cy="12614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rgbClr val="854F0B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34EFAB8B-29E1-FF34-5B04-C4BEC715174A}"/>
              </a:ext>
            </a:extLst>
          </p:cNvPr>
          <p:cNvCxnSpPr>
            <a:stCxn id="45" idx="2"/>
            <a:endCxn id="46" idx="0"/>
          </p:cNvCxnSpPr>
          <p:nvPr/>
        </p:nvCxnSpPr>
        <p:spPr>
          <a:xfrm>
            <a:off x="7315200" y="15125590"/>
            <a:ext cx="0" cy="474782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FC9D3F0-FA8D-D3FC-8AB3-9433FDD12B83}"/>
              </a:ext>
            </a:extLst>
          </p:cNvPr>
          <p:cNvCxnSpPr>
            <a:stCxn id="46" idx="2"/>
            <a:endCxn id="48" idx="0"/>
          </p:cNvCxnSpPr>
          <p:nvPr/>
        </p:nvCxnSpPr>
        <p:spPr>
          <a:xfrm>
            <a:off x="7315200" y="16861797"/>
            <a:ext cx="0" cy="474782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FCC64C9E-45E2-19F9-B6E1-E390D9BB1353}"/>
              </a:ext>
            </a:extLst>
          </p:cNvPr>
          <p:cNvCxnSpPr>
            <a:stCxn id="50" idx="2"/>
            <a:endCxn id="52" idx="0"/>
          </p:cNvCxnSpPr>
          <p:nvPr/>
        </p:nvCxnSpPr>
        <p:spPr>
          <a:xfrm rot="16200000" flipH="1">
            <a:off x="5244853" y="19528227"/>
            <a:ext cx="530318" cy="3610378"/>
          </a:xfrm>
          <a:prstGeom prst="bentConnector3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368C7E4D-DB58-C3A6-1152-D1292F8485B8}"/>
              </a:ext>
            </a:extLst>
          </p:cNvPr>
          <p:cNvCxnSpPr>
            <a:stCxn id="51" idx="2"/>
            <a:endCxn id="52" idx="0"/>
          </p:cNvCxnSpPr>
          <p:nvPr/>
        </p:nvCxnSpPr>
        <p:spPr>
          <a:xfrm rot="5400000">
            <a:off x="8855229" y="19528230"/>
            <a:ext cx="530318" cy="3610373"/>
          </a:xfrm>
          <a:prstGeom prst="bentConnector3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F691AFE6-B48B-D96D-F2F2-C46B69582499}"/>
                  </a:ext>
                </a:extLst>
              </p:cNvPr>
              <p:cNvSpPr/>
              <p:nvPr/>
            </p:nvSpPr>
            <p:spPr>
              <a:xfrm>
                <a:off x="10071067" y="9211103"/>
                <a:ext cx="3746088" cy="1995472"/>
              </a:xfrm>
              <a:prstGeom prst="rect">
                <a:avLst/>
              </a:prstGeom>
              <a:solidFill>
                <a:srgbClr val="EAF3DE"/>
              </a:solidFill>
              <a:ln w="38100">
                <a:solidFill>
                  <a:srgbClr val="5F5E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Additional Local Capacitive Support</a:t>
                </a:r>
                <a:endParaRPr lang="en-US" sz="28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𝑎𝑑𝑑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F691AFE6-B48B-D96D-F2F2-C46B695824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067" y="9211103"/>
                <a:ext cx="3746088" cy="19954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rgbClr val="5F5E5A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252E26C2-DCA7-CC00-D185-FE84475CC20F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>
            <a:off x="7315200" y="6720123"/>
            <a:ext cx="0" cy="597310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83EDFE05-0889-986C-7906-5CB72BA97812}"/>
                  </a:ext>
                </a:extLst>
              </p:cNvPr>
              <p:cNvSpPr/>
              <p:nvPr/>
            </p:nvSpPr>
            <p:spPr>
              <a:xfrm>
                <a:off x="808823" y="12123452"/>
                <a:ext cx="13012753" cy="1261425"/>
              </a:xfrm>
              <a:prstGeom prst="rect">
                <a:avLst/>
              </a:prstGeom>
              <a:solidFill>
                <a:srgbClr val="EEEAF6"/>
              </a:solidFill>
              <a:ln w="38100">
                <a:solidFill>
                  <a:srgbClr val="695A8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Conditional PCS Capability</a:t>
                </a:r>
              </a:p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BESS PCS supplies the local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𝑎𝑑𝑑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83EDFE05-0889-986C-7906-5CB72BA978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23" y="12123452"/>
                <a:ext cx="13012753" cy="126142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695A8F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77855333-F8F9-F363-2876-D8C28F11603B}"/>
              </a:ext>
            </a:extLst>
          </p:cNvPr>
          <p:cNvCxnSpPr>
            <a:stCxn id="166" idx="2"/>
            <a:endCxn id="45" idx="0"/>
          </p:cNvCxnSpPr>
          <p:nvPr/>
        </p:nvCxnSpPr>
        <p:spPr>
          <a:xfrm>
            <a:off x="7315200" y="13384877"/>
            <a:ext cx="0" cy="479288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D7A2EB70-85D2-3AAA-1483-F9146B631808}"/>
              </a:ext>
            </a:extLst>
          </p:cNvPr>
          <p:cNvCxnSpPr>
            <a:cxnSpLocks/>
            <a:stCxn id="6" idx="3"/>
            <a:endCxn id="27" idx="3"/>
          </p:cNvCxnSpPr>
          <p:nvPr/>
        </p:nvCxnSpPr>
        <p:spPr>
          <a:xfrm>
            <a:off x="13821571" y="3853103"/>
            <a:ext cx="5" cy="4095043"/>
          </a:xfrm>
          <a:prstGeom prst="bentConnector3">
            <a:avLst>
              <a:gd name="adj1" fmla="val 4572100000"/>
            </a:avLst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: Elbow 209">
            <a:extLst>
              <a:ext uri="{FF2B5EF4-FFF2-40B4-BE49-F238E27FC236}">
                <a16:creationId xmlns:a16="http://schemas.microsoft.com/office/drawing/2014/main" id="{D3E22477-3F5E-D58A-5CC2-FDC15154788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4855533" y="398251"/>
            <a:ext cx="580294" cy="4339041"/>
          </a:xfrm>
          <a:prstGeom prst="bentConnector3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553BC0B1-9241-F7ED-EA8F-9FBA7B7D6206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 rot="16200000" flipH="1">
            <a:off x="4843025" y="2986522"/>
            <a:ext cx="605309" cy="4339041"/>
          </a:xfrm>
          <a:prstGeom prst="bentConnector3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: Elbow 227">
            <a:extLst>
              <a:ext uri="{FF2B5EF4-FFF2-40B4-BE49-F238E27FC236}">
                <a16:creationId xmlns:a16="http://schemas.microsoft.com/office/drawing/2014/main" id="{8CD18804-8562-099C-CFCB-C712F7835D94}"/>
              </a:ext>
            </a:extLst>
          </p:cNvPr>
          <p:cNvCxnSpPr>
            <a:stCxn id="34" idx="2"/>
            <a:endCxn id="166" idx="0"/>
          </p:cNvCxnSpPr>
          <p:nvPr/>
        </p:nvCxnSpPr>
        <p:spPr>
          <a:xfrm rot="16200000" flipH="1">
            <a:off x="4688348" y="9496599"/>
            <a:ext cx="916877" cy="4336827"/>
          </a:xfrm>
          <a:prstGeom prst="bentConnector3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DCFBB0F3-7B17-DBEA-D568-0F198168F76B}"/>
              </a:ext>
            </a:extLst>
          </p:cNvPr>
          <p:cNvCxnSpPr>
            <a:cxnSpLocks/>
            <a:stCxn id="39" idx="3"/>
            <a:endCxn id="150" idx="1"/>
          </p:cNvCxnSpPr>
          <p:nvPr/>
        </p:nvCxnSpPr>
        <p:spPr>
          <a:xfrm>
            <a:off x="9766078" y="10208839"/>
            <a:ext cx="304989" cy="0"/>
          </a:xfrm>
          <a:prstGeom prst="straightConnector1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: Elbow 232">
            <a:extLst>
              <a:ext uri="{FF2B5EF4-FFF2-40B4-BE49-F238E27FC236}">
                <a16:creationId xmlns:a16="http://schemas.microsoft.com/office/drawing/2014/main" id="{55BACF2A-0123-EAC4-3F46-1852F17895AA}"/>
              </a:ext>
            </a:extLst>
          </p:cNvPr>
          <p:cNvCxnSpPr>
            <a:stCxn id="150" idx="2"/>
            <a:endCxn id="166" idx="0"/>
          </p:cNvCxnSpPr>
          <p:nvPr/>
        </p:nvCxnSpPr>
        <p:spPr>
          <a:xfrm rot="5400000">
            <a:off x="9171218" y="9350558"/>
            <a:ext cx="916877" cy="4628911"/>
          </a:xfrm>
          <a:prstGeom prst="bentConnector3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B30E1384-DBA2-DC7D-EAC5-72E5904D7711}"/>
              </a:ext>
            </a:extLst>
          </p:cNvPr>
          <p:cNvCxnSpPr>
            <a:stCxn id="27" idx="2"/>
            <a:endCxn id="34" idx="0"/>
          </p:cNvCxnSpPr>
          <p:nvPr/>
        </p:nvCxnSpPr>
        <p:spPr>
          <a:xfrm rot="5400000">
            <a:off x="4830664" y="6726568"/>
            <a:ext cx="632246" cy="4336827"/>
          </a:xfrm>
          <a:prstGeom prst="bentConnector3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: Elbow 264">
            <a:extLst>
              <a:ext uri="{FF2B5EF4-FFF2-40B4-BE49-F238E27FC236}">
                <a16:creationId xmlns:a16="http://schemas.microsoft.com/office/drawing/2014/main" id="{7DF3AF0E-EDF4-BFFA-E0D1-E40806B640AF}"/>
              </a:ext>
            </a:extLst>
          </p:cNvPr>
          <p:cNvCxnSpPr>
            <a:stCxn id="48" idx="2"/>
            <a:endCxn id="50" idx="0"/>
          </p:cNvCxnSpPr>
          <p:nvPr/>
        </p:nvCxnSpPr>
        <p:spPr>
          <a:xfrm rot="5400000">
            <a:off x="5272621" y="17764253"/>
            <a:ext cx="474782" cy="3610377"/>
          </a:xfrm>
          <a:prstGeom prst="bentConnector3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: Elbow 268">
            <a:extLst>
              <a:ext uri="{FF2B5EF4-FFF2-40B4-BE49-F238E27FC236}">
                <a16:creationId xmlns:a16="http://schemas.microsoft.com/office/drawing/2014/main" id="{4CAB5EB8-B3FF-FC64-C98D-B69FCD9D168F}"/>
              </a:ext>
            </a:extLst>
          </p:cNvPr>
          <p:cNvCxnSpPr>
            <a:stCxn id="48" idx="2"/>
            <a:endCxn id="51" idx="0"/>
          </p:cNvCxnSpPr>
          <p:nvPr/>
        </p:nvCxnSpPr>
        <p:spPr>
          <a:xfrm rot="16200000" flipH="1">
            <a:off x="8882996" y="17764254"/>
            <a:ext cx="474782" cy="3610374"/>
          </a:xfrm>
          <a:prstGeom prst="bentConnector3">
            <a:avLst/>
          </a:prstGeom>
          <a:ln w="38100">
            <a:solidFill>
              <a:srgbClr val="5F5E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247C61D-017F-6B8D-B4EF-AB39BEFE1B31}"/>
              </a:ext>
            </a:extLst>
          </p:cNvPr>
          <p:cNvSpPr txBox="1"/>
          <p:nvPr/>
        </p:nvSpPr>
        <p:spPr>
          <a:xfrm>
            <a:off x="3151757" y="11125183"/>
            <a:ext cx="1058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AU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7E9A9-8830-6ABF-E667-283438E830B4}"/>
              </a:ext>
            </a:extLst>
          </p:cNvPr>
          <p:cNvSpPr txBox="1"/>
          <p:nvPr/>
        </p:nvSpPr>
        <p:spPr>
          <a:xfrm>
            <a:off x="5086350" y="9744742"/>
            <a:ext cx="117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AU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58717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3221</TotalTime>
  <Words>253</Words>
  <Application>Microsoft Office PowerPoint</Application>
  <PresentationFormat>Custom</PresentationFormat>
  <Paragraphs>55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Bierstadt</vt:lpstr>
      <vt:lpstr>Cambria Math</vt:lpstr>
      <vt:lpstr>Times New Roman</vt:lpstr>
      <vt:lpstr>GestaltVTI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Khai Nguyen</dc:creator>
  <cp:lastModifiedBy>Khai Nguyen</cp:lastModifiedBy>
  <cp:revision>22</cp:revision>
  <dcterms:created xsi:type="dcterms:W3CDTF">2025-10-28T06:05:37Z</dcterms:created>
  <dcterms:modified xsi:type="dcterms:W3CDTF">2026-09-17T02:25:49Z</dcterms:modified>
</cp:coreProperties>
</file>
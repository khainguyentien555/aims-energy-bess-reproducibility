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6" r:id="rId2"/>
    <p:sldId id="267" r:id="rId3"/>
    <p:sldId id="268" r:id="rId4"/>
    <p:sldId id="269" r:id="rId5"/>
  </p:sldIdLst>
  <p:sldSz cx="32512000" cy="7315200"/>
  <p:notesSz cx="6858000" cy="9144000"/>
  <p:defaultTextStyle>
    <a:defPPr>
      <a:defRPr lang="en-US"/>
    </a:defPPr>
    <a:lvl1pPr marL="0" algn="l" defTabSz="857838" rtl="0" eaLnBrk="1" latinLnBrk="0" hangingPunct="1">
      <a:defRPr sz="1689" kern="1200">
        <a:solidFill>
          <a:schemeClr val="tx1"/>
        </a:solidFill>
        <a:latin typeface="+mn-lt"/>
        <a:ea typeface="+mn-ea"/>
        <a:cs typeface="+mn-cs"/>
      </a:defRPr>
    </a:lvl1pPr>
    <a:lvl2pPr marL="428920" algn="l" defTabSz="857838" rtl="0" eaLnBrk="1" latinLnBrk="0" hangingPunct="1">
      <a:defRPr sz="1689" kern="1200">
        <a:solidFill>
          <a:schemeClr val="tx1"/>
        </a:solidFill>
        <a:latin typeface="+mn-lt"/>
        <a:ea typeface="+mn-ea"/>
        <a:cs typeface="+mn-cs"/>
      </a:defRPr>
    </a:lvl2pPr>
    <a:lvl3pPr marL="857838" algn="l" defTabSz="857838" rtl="0" eaLnBrk="1" latinLnBrk="0" hangingPunct="1">
      <a:defRPr sz="1689" kern="1200">
        <a:solidFill>
          <a:schemeClr val="tx1"/>
        </a:solidFill>
        <a:latin typeface="+mn-lt"/>
        <a:ea typeface="+mn-ea"/>
        <a:cs typeface="+mn-cs"/>
      </a:defRPr>
    </a:lvl3pPr>
    <a:lvl4pPr marL="1286759" algn="l" defTabSz="857838" rtl="0" eaLnBrk="1" latinLnBrk="0" hangingPunct="1">
      <a:defRPr sz="1689" kern="1200">
        <a:solidFill>
          <a:schemeClr val="tx1"/>
        </a:solidFill>
        <a:latin typeface="+mn-lt"/>
        <a:ea typeface="+mn-ea"/>
        <a:cs typeface="+mn-cs"/>
      </a:defRPr>
    </a:lvl4pPr>
    <a:lvl5pPr marL="1715677" algn="l" defTabSz="857838" rtl="0" eaLnBrk="1" latinLnBrk="0" hangingPunct="1">
      <a:defRPr sz="1689" kern="1200">
        <a:solidFill>
          <a:schemeClr val="tx1"/>
        </a:solidFill>
        <a:latin typeface="+mn-lt"/>
        <a:ea typeface="+mn-ea"/>
        <a:cs typeface="+mn-cs"/>
      </a:defRPr>
    </a:lvl5pPr>
    <a:lvl6pPr marL="2144596" algn="l" defTabSz="857838" rtl="0" eaLnBrk="1" latinLnBrk="0" hangingPunct="1">
      <a:defRPr sz="1689" kern="1200">
        <a:solidFill>
          <a:schemeClr val="tx1"/>
        </a:solidFill>
        <a:latin typeface="+mn-lt"/>
        <a:ea typeface="+mn-ea"/>
        <a:cs typeface="+mn-cs"/>
      </a:defRPr>
    </a:lvl6pPr>
    <a:lvl7pPr marL="2573515" algn="l" defTabSz="857838" rtl="0" eaLnBrk="1" latinLnBrk="0" hangingPunct="1">
      <a:defRPr sz="1689" kern="1200">
        <a:solidFill>
          <a:schemeClr val="tx1"/>
        </a:solidFill>
        <a:latin typeface="+mn-lt"/>
        <a:ea typeface="+mn-ea"/>
        <a:cs typeface="+mn-cs"/>
      </a:defRPr>
    </a:lvl7pPr>
    <a:lvl8pPr marL="3002436" algn="l" defTabSz="857838" rtl="0" eaLnBrk="1" latinLnBrk="0" hangingPunct="1">
      <a:defRPr sz="1689" kern="1200">
        <a:solidFill>
          <a:schemeClr val="tx1"/>
        </a:solidFill>
        <a:latin typeface="+mn-lt"/>
        <a:ea typeface="+mn-ea"/>
        <a:cs typeface="+mn-cs"/>
      </a:defRPr>
    </a:lvl8pPr>
    <a:lvl9pPr marL="3431355" algn="l" defTabSz="857838" rtl="0" eaLnBrk="1" latinLnBrk="0" hangingPunct="1">
      <a:defRPr sz="168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F1FB"/>
    <a:srgbClr val="5F5E5A"/>
    <a:srgbClr val="FFFFFF"/>
    <a:srgbClr val="26215C"/>
    <a:srgbClr val="534AB7"/>
    <a:srgbClr val="EEEDFE"/>
    <a:srgbClr val="04342C"/>
    <a:srgbClr val="0F6E56"/>
    <a:srgbClr val="E1F5EE"/>
    <a:srgbClr val="4124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73" autoAdjust="0"/>
    <p:restoredTop sz="94660"/>
  </p:normalViewPr>
  <p:slideViewPr>
    <p:cSldViewPr snapToGrid="0">
      <p:cViewPr>
        <p:scale>
          <a:sx n="33" d="100"/>
          <a:sy n="33" d="100"/>
        </p:scale>
        <p:origin x="1890" y="17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80992" y="6623926"/>
            <a:ext cx="29748485" cy="48767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632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9890" y="1043635"/>
            <a:ext cx="29748485" cy="3657600"/>
          </a:xfrm>
        </p:spPr>
        <p:txBody>
          <a:bodyPr anchor="t">
            <a:normAutofit/>
          </a:bodyPr>
          <a:lstStyle>
            <a:lvl1pPr algn="l">
              <a:defRPr sz="2529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9905" y="4779270"/>
            <a:ext cx="18946370" cy="1492301"/>
          </a:xfrm>
        </p:spPr>
        <p:txBody>
          <a:bodyPr anchor="b">
            <a:normAutofit/>
          </a:bodyPr>
          <a:lstStyle>
            <a:lvl1pPr marL="0" indent="0" algn="l">
              <a:buNone/>
              <a:defRPr sz="7725" i="1"/>
            </a:lvl1pPr>
            <a:lvl2pPr marL="1605885" indent="0" algn="ctr">
              <a:buNone/>
              <a:defRPr sz="7022"/>
            </a:lvl2pPr>
            <a:lvl3pPr marL="3211773" indent="0" algn="ctr">
              <a:buNone/>
              <a:defRPr sz="6320"/>
            </a:lvl3pPr>
            <a:lvl4pPr marL="4817663" indent="0" algn="ctr">
              <a:buNone/>
              <a:defRPr sz="5623"/>
            </a:lvl4pPr>
            <a:lvl5pPr marL="6423555" indent="0" algn="ctr">
              <a:buNone/>
              <a:defRPr sz="5623"/>
            </a:lvl5pPr>
            <a:lvl6pPr marL="8029440" indent="0" algn="ctr">
              <a:buNone/>
              <a:defRPr sz="5623"/>
            </a:lvl6pPr>
            <a:lvl7pPr marL="9635330" indent="0" algn="ctr">
              <a:buNone/>
              <a:defRPr sz="5623"/>
            </a:lvl7pPr>
            <a:lvl8pPr marL="11241215" indent="0" algn="ctr">
              <a:buNone/>
              <a:defRPr sz="5623"/>
            </a:lvl8pPr>
            <a:lvl9pPr marL="12847108" indent="0" algn="ctr">
              <a:buNone/>
              <a:defRPr sz="5623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309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881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909" y="1043636"/>
            <a:ext cx="13386813" cy="4574438"/>
          </a:xfrm>
        </p:spPr>
        <p:txBody>
          <a:bodyPr anchor="t">
            <a:normAutofit/>
          </a:bodyPr>
          <a:lstStyle>
            <a:lvl1pPr>
              <a:defRPr sz="1897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9909" y="5618074"/>
            <a:ext cx="13386813" cy="1160678"/>
          </a:xfrm>
        </p:spPr>
        <p:txBody>
          <a:bodyPr anchor="b">
            <a:normAutofit/>
          </a:bodyPr>
          <a:lstStyle>
            <a:lvl1pPr marL="0" indent="0">
              <a:buNone/>
              <a:defRPr sz="7725" i="1">
                <a:solidFill>
                  <a:schemeClr val="tx1">
                    <a:tint val="82000"/>
                  </a:schemeClr>
                </a:solidFill>
              </a:defRPr>
            </a:lvl1pPr>
            <a:lvl2pPr marL="1605885" indent="0">
              <a:buNone/>
              <a:defRPr sz="7022">
                <a:solidFill>
                  <a:schemeClr val="tx1">
                    <a:tint val="82000"/>
                  </a:schemeClr>
                </a:solidFill>
              </a:defRPr>
            </a:lvl2pPr>
            <a:lvl3pPr marL="3211773" indent="0">
              <a:buNone/>
              <a:defRPr sz="6320">
                <a:solidFill>
                  <a:schemeClr val="tx1">
                    <a:tint val="82000"/>
                  </a:schemeClr>
                </a:solidFill>
              </a:defRPr>
            </a:lvl3pPr>
            <a:lvl4pPr marL="4817663" indent="0">
              <a:buNone/>
              <a:defRPr sz="5623">
                <a:solidFill>
                  <a:schemeClr val="tx1">
                    <a:tint val="82000"/>
                  </a:schemeClr>
                </a:solidFill>
              </a:defRPr>
            </a:lvl4pPr>
            <a:lvl5pPr marL="6423555" indent="0">
              <a:buNone/>
              <a:defRPr sz="5623">
                <a:solidFill>
                  <a:schemeClr val="tx1">
                    <a:tint val="82000"/>
                  </a:schemeClr>
                </a:solidFill>
              </a:defRPr>
            </a:lvl5pPr>
            <a:lvl6pPr marL="8029440" indent="0">
              <a:buNone/>
              <a:defRPr sz="5623">
                <a:solidFill>
                  <a:schemeClr val="tx1">
                    <a:tint val="82000"/>
                  </a:schemeClr>
                </a:solidFill>
              </a:defRPr>
            </a:lvl6pPr>
            <a:lvl7pPr marL="9635330" indent="0">
              <a:buNone/>
              <a:defRPr sz="5623">
                <a:solidFill>
                  <a:schemeClr val="tx1">
                    <a:tint val="82000"/>
                  </a:schemeClr>
                </a:solidFill>
              </a:defRPr>
            </a:lvl7pPr>
            <a:lvl8pPr marL="11241215" indent="0">
              <a:buNone/>
              <a:defRPr sz="5623">
                <a:solidFill>
                  <a:schemeClr val="tx1">
                    <a:tint val="82000"/>
                  </a:schemeClr>
                </a:solidFill>
              </a:defRPr>
            </a:lvl8pPr>
            <a:lvl9pPr marL="12847108" indent="0">
              <a:buNone/>
              <a:defRPr sz="56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1381014" y="541971"/>
            <a:ext cx="13389823" cy="159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320"/>
          </a:p>
        </p:txBody>
      </p:sp>
    </p:spTree>
    <p:extLst>
      <p:ext uri="{BB962C8B-B14F-4D97-AF65-F5344CB8AC3E}">
        <p14:creationId xmlns:p14="http://schemas.microsoft.com/office/powerpoint/2010/main" val="3615037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9890" y="2750522"/>
            <a:ext cx="13776960" cy="40184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385795" y="2750522"/>
            <a:ext cx="13776960" cy="40184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673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96" y="1043640"/>
            <a:ext cx="29772863" cy="129722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9890" y="2496928"/>
            <a:ext cx="13776960" cy="702259"/>
          </a:xfrm>
        </p:spPr>
        <p:txBody>
          <a:bodyPr anchor="b">
            <a:normAutofit/>
          </a:bodyPr>
          <a:lstStyle>
            <a:lvl1pPr marL="0" indent="0">
              <a:buNone/>
              <a:defRPr sz="7725" b="0" i="1"/>
            </a:lvl1pPr>
            <a:lvl2pPr marL="1605885" indent="0">
              <a:buNone/>
              <a:defRPr sz="7022" b="1"/>
            </a:lvl2pPr>
            <a:lvl3pPr marL="3211773" indent="0">
              <a:buNone/>
              <a:defRPr sz="6320" b="1"/>
            </a:lvl3pPr>
            <a:lvl4pPr marL="4817663" indent="0">
              <a:buNone/>
              <a:defRPr sz="5623" b="1"/>
            </a:lvl4pPr>
            <a:lvl5pPr marL="6423555" indent="0">
              <a:buNone/>
              <a:defRPr sz="5623" b="1"/>
            </a:lvl5pPr>
            <a:lvl6pPr marL="8029440" indent="0">
              <a:buNone/>
              <a:defRPr sz="5623" b="1"/>
            </a:lvl6pPr>
            <a:lvl7pPr marL="9635330" indent="0">
              <a:buNone/>
              <a:defRPr sz="5623" b="1"/>
            </a:lvl7pPr>
            <a:lvl8pPr marL="11241215" indent="0">
              <a:buNone/>
              <a:defRPr sz="5623" b="1"/>
            </a:lvl8pPr>
            <a:lvl9pPr marL="12847108" indent="0">
              <a:buNone/>
              <a:defRPr sz="5623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89890" y="3238201"/>
            <a:ext cx="13776960" cy="353080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7385795" y="2496928"/>
            <a:ext cx="13776960" cy="702259"/>
          </a:xfrm>
        </p:spPr>
        <p:txBody>
          <a:bodyPr anchor="b">
            <a:normAutofit/>
          </a:bodyPr>
          <a:lstStyle>
            <a:lvl1pPr marL="0" indent="0">
              <a:buNone/>
              <a:defRPr sz="7725" b="0" i="1"/>
            </a:lvl1pPr>
            <a:lvl2pPr marL="1605885" indent="0">
              <a:buNone/>
              <a:defRPr sz="7022" b="1"/>
            </a:lvl2pPr>
            <a:lvl3pPr marL="3211773" indent="0">
              <a:buNone/>
              <a:defRPr sz="6320" b="1"/>
            </a:lvl3pPr>
            <a:lvl4pPr marL="4817663" indent="0">
              <a:buNone/>
              <a:defRPr sz="5623" b="1"/>
            </a:lvl4pPr>
            <a:lvl5pPr marL="6423555" indent="0">
              <a:buNone/>
              <a:defRPr sz="5623" b="1"/>
            </a:lvl5pPr>
            <a:lvl6pPr marL="8029440" indent="0">
              <a:buNone/>
              <a:defRPr sz="5623" b="1"/>
            </a:lvl6pPr>
            <a:lvl7pPr marL="9635330" indent="0">
              <a:buNone/>
              <a:defRPr sz="5623" b="1"/>
            </a:lvl7pPr>
            <a:lvl8pPr marL="11241215" indent="0">
              <a:buNone/>
              <a:defRPr sz="5623" b="1"/>
            </a:lvl8pPr>
            <a:lvl9pPr marL="12847108" indent="0">
              <a:buNone/>
              <a:defRPr sz="5623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7385795" y="3238201"/>
            <a:ext cx="13776960" cy="353080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63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127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535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909" y="1043636"/>
            <a:ext cx="13386813" cy="2623718"/>
          </a:xfrm>
        </p:spPr>
        <p:txBody>
          <a:bodyPr anchor="t">
            <a:noAutofit/>
          </a:bodyPr>
          <a:lstStyle>
            <a:lvl1pPr>
              <a:defRPr sz="15453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85795" y="1053252"/>
            <a:ext cx="13776960" cy="5715610"/>
          </a:xfrm>
        </p:spPr>
        <p:txBody>
          <a:bodyPr>
            <a:normAutofit/>
          </a:bodyPr>
          <a:lstStyle>
            <a:lvl1pPr>
              <a:defRPr sz="7022"/>
            </a:lvl1pPr>
            <a:lvl2pPr>
              <a:defRPr sz="6320"/>
            </a:lvl2pPr>
            <a:lvl3pPr>
              <a:defRPr sz="5623"/>
            </a:lvl3pPr>
            <a:lvl4pPr>
              <a:defRPr sz="4920"/>
            </a:lvl4pPr>
            <a:lvl5pPr>
              <a:defRPr sz="4920"/>
            </a:lvl5pPr>
            <a:lvl6pPr>
              <a:defRPr sz="7022"/>
            </a:lvl6pPr>
            <a:lvl7pPr>
              <a:defRPr sz="7022"/>
            </a:lvl7pPr>
            <a:lvl8pPr>
              <a:defRPr sz="7022"/>
            </a:lvl8pPr>
            <a:lvl9pPr>
              <a:defRPr sz="7022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89909" y="3813662"/>
            <a:ext cx="13386813" cy="2955341"/>
          </a:xfrm>
        </p:spPr>
        <p:txBody>
          <a:bodyPr>
            <a:normAutofit/>
          </a:bodyPr>
          <a:lstStyle>
            <a:lvl1pPr marL="0" indent="0">
              <a:buNone/>
              <a:defRPr sz="7725" i="1"/>
            </a:lvl1pPr>
            <a:lvl2pPr marL="1605885" indent="0">
              <a:buNone/>
              <a:defRPr sz="4920"/>
            </a:lvl2pPr>
            <a:lvl3pPr marL="3211773" indent="0">
              <a:buNone/>
              <a:defRPr sz="4213"/>
            </a:lvl3pPr>
            <a:lvl4pPr marL="4817663" indent="0">
              <a:buNone/>
              <a:defRPr sz="3515"/>
            </a:lvl4pPr>
            <a:lvl5pPr marL="6423555" indent="0">
              <a:buNone/>
              <a:defRPr sz="3515"/>
            </a:lvl5pPr>
            <a:lvl6pPr marL="8029440" indent="0">
              <a:buNone/>
              <a:defRPr sz="3515"/>
            </a:lvl6pPr>
            <a:lvl7pPr marL="9635330" indent="0">
              <a:buNone/>
              <a:defRPr sz="3515"/>
            </a:lvl7pPr>
            <a:lvl8pPr marL="11241215" indent="0">
              <a:buNone/>
              <a:defRPr sz="3515"/>
            </a:lvl8pPr>
            <a:lvl9pPr marL="12847108" indent="0">
              <a:buNone/>
              <a:defRPr sz="351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986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909" y="1043636"/>
            <a:ext cx="13386813" cy="2623718"/>
          </a:xfrm>
        </p:spPr>
        <p:txBody>
          <a:bodyPr anchor="t">
            <a:noAutofit/>
          </a:bodyPr>
          <a:lstStyle>
            <a:lvl1pPr>
              <a:defRPr sz="15453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385795" y="1053252"/>
            <a:ext cx="13776960" cy="5715610"/>
          </a:xfrm>
        </p:spPr>
        <p:txBody>
          <a:bodyPr/>
          <a:lstStyle>
            <a:lvl1pPr marL="0" indent="0">
              <a:buNone/>
              <a:defRPr sz="11240"/>
            </a:lvl1pPr>
            <a:lvl2pPr marL="1605885" indent="0">
              <a:buNone/>
              <a:defRPr sz="9835"/>
            </a:lvl2pPr>
            <a:lvl3pPr marL="3211773" indent="0">
              <a:buNone/>
              <a:defRPr sz="8430"/>
            </a:lvl3pPr>
            <a:lvl4pPr marL="4817663" indent="0">
              <a:buNone/>
              <a:defRPr sz="7022"/>
            </a:lvl4pPr>
            <a:lvl5pPr marL="6423555" indent="0">
              <a:buNone/>
              <a:defRPr sz="7022"/>
            </a:lvl5pPr>
            <a:lvl6pPr marL="8029440" indent="0">
              <a:buNone/>
              <a:defRPr sz="7022"/>
            </a:lvl6pPr>
            <a:lvl7pPr marL="9635330" indent="0">
              <a:buNone/>
              <a:defRPr sz="7022"/>
            </a:lvl7pPr>
            <a:lvl8pPr marL="11241215" indent="0">
              <a:buNone/>
              <a:defRPr sz="7022"/>
            </a:lvl8pPr>
            <a:lvl9pPr marL="12847108" indent="0">
              <a:buNone/>
              <a:defRPr sz="7022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89909" y="3813662"/>
            <a:ext cx="13386813" cy="2955341"/>
          </a:xfrm>
        </p:spPr>
        <p:txBody>
          <a:bodyPr>
            <a:normAutofit/>
          </a:bodyPr>
          <a:lstStyle>
            <a:lvl1pPr marL="0" indent="0">
              <a:buNone/>
              <a:defRPr sz="7725" i="1"/>
            </a:lvl1pPr>
            <a:lvl2pPr marL="1605885" indent="0">
              <a:buNone/>
              <a:defRPr sz="4920"/>
            </a:lvl2pPr>
            <a:lvl3pPr marL="3211773" indent="0">
              <a:buNone/>
              <a:defRPr sz="4213"/>
            </a:lvl3pPr>
            <a:lvl4pPr marL="4817663" indent="0">
              <a:buNone/>
              <a:defRPr sz="3515"/>
            </a:lvl4pPr>
            <a:lvl5pPr marL="6423555" indent="0">
              <a:buNone/>
              <a:defRPr sz="3515"/>
            </a:lvl5pPr>
            <a:lvl6pPr marL="8029440" indent="0">
              <a:buNone/>
              <a:defRPr sz="3515"/>
            </a:lvl6pPr>
            <a:lvl7pPr marL="9635330" indent="0">
              <a:buNone/>
              <a:defRPr sz="3515"/>
            </a:lvl7pPr>
            <a:lvl8pPr marL="11241215" indent="0">
              <a:buNone/>
              <a:defRPr sz="3515"/>
            </a:lvl8pPr>
            <a:lvl9pPr marL="12847108" indent="0">
              <a:buNone/>
              <a:defRPr sz="351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985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503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23091662" y="1043639"/>
            <a:ext cx="6803143" cy="572536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389902" y="1043639"/>
            <a:ext cx="21360383" cy="5725363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28091598" y="3704603"/>
            <a:ext cx="5680783" cy="3980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320"/>
          </a:p>
        </p:txBody>
      </p:sp>
    </p:spTree>
    <p:extLst>
      <p:ext uri="{BB962C8B-B14F-4D97-AF65-F5344CB8AC3E}">
        <p14:creationId xmlns:p14="http://schemas.microsoft.com/office/powerpoint/2010/main" val="2461624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90" y="1043636"/>
            <a:ext cx="29748485" cy="15605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9890" y="2750522"/>
            <a:ext cx="29748485" cy="4018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89890" y="6847036"/>
            <a:ext cx="7315205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6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9893" y="107298"/>
            <a:ext cx="1097280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6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553155" y="6847036"/>
            <a:ext cx="170688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6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81001" y="541971"/>
            <a:ext cx="29741910" cy="159231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6320"/>
          </a:p>
        </p:txBody>
      </p:sp>
    </p:spTree>
    <p:extLst>
      <p:ext uri="{BB962C8B-B14F-4D97-AF65-F5344CB8AC3E}">
        <p14:creationId xmlns:p14="http://schemas.microsoft.com/office/powerpoint/2010/main" val="1327069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3211773" rtl="0" eaLnBrk="1" latinLnBrk="0" hangingPunct="1">
        <a:lnSpc>
          <a:spcPct val="100000"/>
        </a:lnSpc>
        <a:spcBef>
          <a:spcPct val="0"/>
        </a:spcBef>
        <a:buNone/>
        <a:defRPr sz="15453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02943" indent="-802943" algn="l" defTabSz="3211773" rtl="0" eaLnBrk="1" latinLnBrk="0" hangingPunct="1">
        <a:lnSpc>
          <a:spcPct val="110000"/>
        </a:lnSpc>
        <a:spcBef>
          <a:spcPts val="3515"/>
        </a:spcBef>
        <a:buFont typeface="Arial" panose="020B0604020202020204" pitchFamily="34" charset="0"/>
        <a:buChar char="•"/>
        <a:defRPr sz="6320" kern="1200">
          <a:solidFill>
            <a:schemeClr val="tx1"/>
          </a:solidFill>
          <a:latin typeface="+mn-lt"/>
          <a:ea typeface="+mn-ea"/>
          <a:cs typeface="+mn-cs"/>
        </a:defRPr>
      </a:lvl1pPr>
      <a:lvl2pPr marL="2408830" indent="-802943" algn="l" defTabSz="3211773" rtl="0" eaLnBrk="1" latinLnBrk="0" hangingPunct="1">
        <a:lnSpc>
          <a:spcPct val="110000"/>
        </a:lnSpc>
        <a:spcBef>
          <a:spcPts val="1760"/>
        </a:spcBef>
        <a:buFont typeface="Arial" panose="020B0604020202020204" pitchFamily="34" charset="0"/>
        <a:buChar char="•"/>
        <a:defRPr sz="5623" kern="1200">
          <a:solidFill>
            <a:schemeClr val="tx1"/>
          </a:solidFill>
          <a:latin typeface="+mn-lt"/>
          <a:ea typeface="+mn-ea"/>
          <a:cs typeface="+mn-cs"/>
        </a:defRPr>
      </a:lvl2pPr>
      <a:lvl3pPr marL="4014725" indent="-802943" algn="l" defTabSz="3211773" rtl="0" eaLnBrk="1" latinLnBrk="0" hangingPunct="1">
        <a:lnSpc>
          <a:spcPct val="110000"/>
        </a:lnSpc>
        <a:spcBef>
          <a:spcPts val="1760"/>
        </a:spcBef>
        <a:buFont typeface="Arial" panose="020B0604020202020204" pitchFamily="34" charset="0"/>
        <a:buChar char="•"/>
        <a:defRPr sz="4920" kern="1200">
          <a:solidFill>
            <a:schemeClr val="tx1"/>
          </a:solidFill>
          <a:latin typeface="+mn-lt"/>
          <a:ea typeface="+mn-ea"/>
          <a:cs typeface="+mn-cs"/>
        </a:defRPr>
      </a:lvl3pPr>
      <a:lvl4pPr marL="5620610" indent="-802943" algn="l" defTabSz="3211773" rtl="0" eaLnBrk="1" latinLnBrk="0" hangingPunct="1">
        <a:lnSpc>
          <a:spcPct val="110000"/>
        </a:lnSpc>
        <a:spcBef>
          <a:spcPts val="1760"/>
        </a:spcBef>
        <a:buFont typeface="Arial" panose="020B0604020202020204" pitchFamily="34" charset="0"/>
        <a:buChar char="•"/>
        <a:defRPr sz="4213" kern="1200">
          <a:solidFill>
            <a:schemeClr val="tx1"/>
          </a:solidFill>
          <a:latin typeface="+mn-lt"/>
          <a:ea typeface="+mn-ea"/>
          <a:cs typeface="+mn-cs"/>
        </a:defRPr>
      </a:lvl4pPr>
      <a:lvl5pPr marL="7226498" indent="-802943" algn="l" defTabSz="3211773" rtl="0" eaLnBrk="1" latinLnBrk="0" hangingPunct="1">
        <a:lnSpc>
          <a:spcPct val="110000"/>
        </a:lnSpc>
        <a:spcBef>
          <a:spcPts val="1760"/>
        </a:spcBef>
        <a:buFont typeface="Arial" panose="020B0604020202020204" pitchFamily="34" charset="0"/>
        <a:buChar char="•"/>
        <a:defRPr sz="4213" kern="1200">
          <a:solidFill>
            <a:schemeClr val="tx1"/>
          </a:solidFill>
          <a:latin typeface="+mn-lt"/>
          <a:ea typeface="+mn-ea"/>
          <a:cs typeface="+mn-cs"/>
        </a:defRPr>
      </a:lvl5pPr>
      <a:lvl6pPr marL="8832383" indent="-802943" algn="l" defTabSz="3211773" rtl="0" eaLnBrk="1" latinLnBrk="0" hangingPunct="1">
        <a:lnSpc>
          <a:spcPct val="90000"/>
        </a:lnSpc>
        <a:spcBef>
          <a:spcPts val="1760"/>
        </a:spcBef>
        <a:buFont typeface="Arial" panose="020B0604020202020204" pitchFamily="34" charset="0"/>
        <a:buChar char="•"/>
        <a:defRPr sz="6320" kern="1200">
          <a:solidFill>
            <a:schemeClr val="tx1"/>
          </a:solidFill>
          <a:latin typeface="+mn-lt"/>
          <a:ea typeface="+mn-ea"/>
          <a:cs typeface="+mn-cs"/>
        </a:defRPr>
      </a:lvl6pPr>
      <a:lvl7pPr marL="10438273" indent="-802943" algn="l" defTabSz="3211773" rtl="0" eaLnBrk="1" latinLnBrk="0" hangingPunct="1">
        <a:lnSpc>
          <a:spcPct val="90000"/>
        </a:lnSpc>
        <a:spcBef>
          <a:spcPts val="1760"/>
        </a:spcBef>
        <a:buFont typeface="Arial" panose="020B0604020202020204" pitchFamily="34" charset="0"/>
        <a:buChar char="•"/>
        <a:defRPr sz="6320" kern="1200">
          <a:solidFill>
            <a:schemeClr val="tx1"/>
          </a:solidFill>
          <a:latin typeface="+mn-lt"/>
          <a:ea typeface="+mn-ea"/>
          <a:cs typeface="+mn-cs"/>
        </a:defRPr>
      </a:lvl7pPr>
      <a:lvl8pPr marL="12044160" indent="-802943" algn="l" defTabSz="3211773" rtl="0" eaLnBrk="1" latinLnBrk="0" hangingPunct="1">
        <a:lnSpc>
          <a:spcPct val="90000"/>
        </a:lnSpc>
        <a:spcBef>
          <a:spcPts val="1760"/>
        </a:spcBef>
        <a:buFont typeface="Arial" panose="020B0604020202020204" pitchFamily="34" charset="0"/>
        <a:buChar char="•"/>
        <a:defRPr sz="6320" kern="1200">
          <a:solidFill>
            <a:schemeClr val="tx1"/>
          </a:solidFill>
          <a:latin typeface="+mn-lt"/>
          <a:ea typeface="+mn-ea"/>
          <a:cs typeface="+mn-cs"/>
        </a:defRPr>
      </a:lvl8pPr>
      <a:lvl9pPr marL="13650045" indent="-802943" algn="l" defTabSz="3211773" rtl="0" eaLnBrk="1" latinLnBrk="0" hangingPunct="1">
        <a:lnSpc>
          <a:spcPct val="90000"/>
        </a:lnSpc>
        <a:spcBef>
          <a:spcPts val="1760"/>
        </a:spcBef>
        <a:buFont typeface="Arial" panose="020B0604020202020204" pitchFamily="34" charset="0"/>
        <a:buChar char="•"/>
        <a:defRPr sz="63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11773" rtl="0" eaLnBrk="1" latinLnBrk="0" hangingPunct="1">
        <a:defRPr sz="6320" kern="1200">
          <a:solidFill>
            <a:schemeClr val="tx1"/>
          </a:solidFill>
          <a:latin typeface="+mn-lt"/>
          <a:ea typeface="+mn-ea"/>
          <a:cs typeface="+mn-cs"/>
        </a:defRPr>
      </a:lvl1pPr>
      <a:lvl2pPr marL="1605885" algn="l" defTabSz="3211773" rtl="0" eaLnBrk="1" latinLnBrk="0" hangingPunct="1">
        <a:defRPr sz="6320" kern="1200">
          <a:solidFill>
            <a:schemeClr val="tx1"/>
          </a:solidFill>
          <a:latin typeface="+mn-lt"/>
          <a:ea typeface="+mn-ea"/>
          <a:cs typeface="+mn-cs"/>
        </a:defRPr>
      </a:lvl2pPr>
      <a:lvl3pPr marL="3211773" algn="l" defTabSz="3211773" rtl="0" eaLnBrk="1" latinLnBrk="0" hangingPunct="1">
        <a:defRPr sz="6320" kern="1200">
          <a:solidFill>
            <a:schemeClr val="tx1"/>
          </a:solidFill>
          <a:latin typeface="+mn-lt"/>
          <a:ea typeface="+mn-ea"/>
          <a:cs typeface="+mn-cs"/>
        </a:defRPr>
      </a:lvl3pPr>
      <a:lvl4pPr marL="4817663" algn="l" defTabSz="3211773" rtl="0" eaLnBrk="1" latinLnBrk="0" hangingPunct="1">
        <a:defRPr sz="6320" kern="1200">
          <a:solidFill>
            <a:schemeClr val="tx1"/>
          </a:solidFill>
          <a:latin typeface="+mn-lt"/>
          <a:ea typeface="+mn-ea"/>
          <a:cs typeface="+mn-cs"/>
        </a:defRPr>
      </a:lvl4pPr>
      <a:lvl5pPr marL="6423555" algn="l" defTabSz="3211773" rtl="0" eaLnBrk="1" latinLnBrk="0" hangingPunct="1">
        <a:defRPr sz="6320" kern="1200">
          <a:solidFill>
            <a:schemeClr val="tx1"/>
          </a:solidFill>
          <a:latin typeface="+mn-lt"/>
          <a:ea typeface="+mn-ea"/>
          <a:cs typeface="+mn-cs"/>
        </a:defRPr>
      </a:lvl5pPr>
      <a:lvl6pPr marL="8029440" algn="l" defTabSz="3211773" rtl="0" eaLnBrk="1" latinLnBrk="0" hangingPunct="1">
        <a:defRPr sz="6320" kern="1200">
          <a:solidFill>
            <a:schemeClr val="tx1"/>
          </a:solidFill>
          <a:latin typeface="+mn-lt"/>
          <a:ea typeface="+mn-ea"/>
          <a:cs typeface="+mn-cs"/>
        </a:defRPr>
      </a:lvl6pPr>
      <a:lvl7pPr marL="9635330" algn="l" defTabSz="3211773" rtl="0" eaLnBrk="1" latinLnBrk="0" hangingPunct="1">
        <a:defRPr sz="6320" kern="1200">
          <a:solidFill>
            <a:schemeClr val="tx1"/>
          </a:solidFill>
          <a:latin typeface="+mn-lt"/>
          <a:ea typeface="+mn-ea"/>
          <a:cs typeface="+mn-cs"/>
        </a:defRPr>
      </a:lvl7pPr>
      <a:lvl8pPr marL="11241215" algn="l" defTabSz="3211773" rtl="0" eaLnBrk="1" latinLnBrk="0" hangingPunct="1">
        <a:defRPr sz="6320" kern="1200">
          <a:solidFill>
            <a:schemeClr val="tx1"/>
          </a:solidFill>
          <a:latin typeface="+mn-lt"/>
          <a:ea typeface="+mn-ea"/>
          <a:cs typeface="+mn-cs"/>
        </a:defRPr>
      </a:lvl8pPr>
      <a:lvl9pPr marL="12847108" algn="l" defTabSz="3211773" rtl="0" eaLnBrk="1" latinLnBrk="0" hangingPunct="1">
        <a:defRPr sz="63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FC6B7-A665-3F95-E1E9-39E92E035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F581BCF6-B2AC-3E75-D53C-3A6F6A7B925A}"/>
              </a:ext>
            </a:extLst>
          </p:cNvPr>
          <p:cNvCxnSpPr>
            <a:cxnSpLocks/>
          </p:cNvCxnSpPr>
          <p:nvPr/>
        </p:nvCxnSpPr>
        <p:spPr>
          <a:xfrm rot="16200000" flipH="1">
            <a:off x="27131892" y="5399458"/>
            <a:ext cx="1278162" cy="772978"/>
          </a:xfrm>
          <a:prstGeom prst="bentConnector3">
            <a:avLst>
              <a:gd name="adj1" fmla="val 7076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4EC760AC-1DB8-373D-8DF7-6937FFA4CEFA}"/>
              </a:ext>
            </a:extLst>
          </p:cNvPr>
          <p:cNvCxnSpPr>
            <a:cxnSpLocks/>
          </p:cNvCxnSpPr>
          <p:nvPr/>
        </p:nvCxnSpPr>
        <p:spPr>
          <a:xfrm flipH="1">
            <a:off x="10339343" y="4567613"/>
            <a:ext cx="17031697" cy="0"/>
          </a:xfrm>
          <a:prstGeom prst="line">
            <a:avLst/>
          </a:prstGeom>
          <a:ln w="635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62444F5-BD00-CA61-EC22-62809D42AB51}"/>
              </a:ext>
            </a:extLst>
          </p:cNvPr>
          <p:cNvCxnSpPr>
            <a:cxnSpLocks/>
          </p:cNvCxnSpPr>
          <p:nvPr/>
        </p:nvCxnSpPr>
        <p:spPr>
          <a:xfrm flipH="1">
            <a:off x="8916127" y="4567613"/>
            <a:ext cx="1423216" cy="0"/>
          </a:xfrm>
          <a:prstGeom prst="line">
            <a:avLst/>
          </a:prstGeom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1" name="Rectangle 280">
            <a:extLst>
              <a:ext uri="{FF2B5EF4-FFF2-40B4-BE49-F238E27FC236}">
                <a16:creationId xmlns:a16="http://schemas.microsoft.com/office/drawing/2014/main" id="{7460EB05-3963-6853-0260-1FFE90B02012}"/>
              </a:ext>
            </a:extLst>
          </p:cNvPr>
          <p:cNvSpPr/>
          <p:nvPr/>
        </p:nvSpPr>
        <p:spPr>
          <a:xfrm>
            <a:off x="-731103" y="6007796"/>
            <a:ext cx="5946316" cy="5957973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9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8531779-6CF2-E9D6-61ED-EF856DC2C223}"/>
              </a:ext>
            </a:extLst>
          </p:cNvPr>
          <p:cNvSpPr/>
          <p:nvPr/>
        </p:nvSpPr>
        <p:spPr>
          <a:xfrm>
            <a:off x="502928" y="3847533"/>
            <a:ext cx="1440183" cy="1440183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>
                <a:solidFill>
                  <a:schemeClr val="tx1"/>
                </a:solidFill>
              </a:rPr>
              <a:t>~</a:t>
            </a:r>
            <a:endParaRPr lang="en-AU" sz="8000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D3901C5-7BAD-F798-BC38-EEFDBCFB9DCA}"/>
              </a:ext>
            </a:extLst>
          </p:cNvPr>
          <p:cNvCxnSpPr/>
          <p:nvPr/>
        </p:nvCxnSpPr>
        <p:spPr>
          <a:xfrm>
            <a:off x="3223263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7961287-4B8C-A232-6EFA-4F438FF4661B}"/>
              </a:ext>
            </a:extLst>
          </p:cNvPr>
          <p:cNvCxnSpPr/>
          <p:nvPr/>
        </p:nvCxnSpPr>
        <p:spPr>
          <a:xfrm>
            <a:off x="4646479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7" name="TextBox 246">
            <a:extLst>
              <a:ext uri="{FF2B5EF4-FFF2-40B4-BE49-F238E27FC236}">
                <a16:creationId xmlns:a16="http://schemas.microsoft.com/office/drawing/2014/main" id="{38E061D7-759E-713E-600B-26540A89B9FC}"/>
              </a:ext>
            </a:extLst>
          </p:cNvPr>
          <p:cNvSpPr txBox="1"/>
          <p:nvPr/>
        </p:nvSpPr>
        <p:spPr>
          <a:xfrm>
            <a:off x="1585835" y="9025107"/>
            <a:ext cx="346980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Voltage Critical Bus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2E812DDB-618E-161D-613B-A4F51C896E9E}"/>
              </a:ext>
            </a:extLst>
          </p:cNvPr>
          <p:cNvSpPr txBox="1"/>
          <p:nvPr/>
        </p:nvSpPr>
        <p:spPr>
          <a:xfrm>
            <a:off x="1585835" y="10264827"/>
            <a:ext cx="5241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EVCS Critical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4A061E1E-61A3-A965-3380-34987098DED9}"/>
              </a:ext>
            </a:extLst>
          </p:cNvPr>
          <p:cNvCxnSpPr>
            <a:cxnSpLocks/>
            <a:endCxn id="15" idx="6"/>
          </p:cNvCxnSpPr>
          <p:nvPr/>
        </p:nvCxnSpPr>
        <p:spPr>
          <a:xfrm flipH="1">
            <a:off x="1943103" y="4567613"/>
            <a:ext cx="1280160" cy="0"/>
          </a:xfrm>
          <a:prstGeom prst="line">
            <a:avLst/>
          </a:prstGeom>
          <a:ln w="635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A4C89078-9EDD-5CF0-B230-3530F1530AAC}"/>
              </a:ext>
            </a:extLst>
          </p:cNvPr>
          <p:cNvCxnSpPr>
            <a:cxnSpLocks/>
          </p:cNvCxnSpPr>
          <p:nvPr/>
        </p:nvCxnSpPr>
        <p:spPr>
          <a:xfrm flipH="1">
            <a:off x="-667596" y="11343888"/>
            <a:ext cx="1988822" cy="0"/>
          </a:xfrm>
          <a:prstGeom prst="line">
            <a:avLst/>
          </a:prstGeom>
          <a:ln w="3810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9" name="TextBox 278">
            <a:extLst>
              <a:ext uri="{FF2B5EF4-FFF2-40B4-BE49-F238E27FC236}">
                <a16:creationId xmlns:a16="http://schemas.microsoft.com/office/drawing/2014/main" id="{56B84895-7D63-AB6C-AB66-48B8523FBEFA}"/>
              </a:ext>
            </a:extLst>
          </p:cNvPr>
          <p:cNvSpPr txBox="1"/>
          <p:nvPr/>
        </p:nvSpPr>
        <p:spPr>
          <a:xfrm>
            <a:off x="1585835" y="11041476"/>
            <a:ext cx="5241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Base Critical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30D5E95-198E-DDFE-9038-7DB30225DFCE}"/>
              </a:ext>
            </a:extLst>
          </p:cNvPr>
          <p:cNvCxnSpPr>
            <a:cxnSpLocks/>
          </p:cNvCxnSpPr>
          <p:nvPr/>
        </p:nvCxnSpPr>
        <p:spPr>
          <a:xfrm flipH="1">
            <a:off x="3223263" y="4567613"/>
            <a:ext cx="1423216" cy="0"/>
          </a:xfrm>
          <a:prstGeom prst="line">
            <a:avLst/>
          </a:prstGeom>
          <a:ln w="635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056A775-4C37-DDC4-AB5B-CAFEE437B98B}"/>
              </a:ext>
            </a:extLst>
          </p:cNvPr>
          <p:cNvCxnSpPr/>
          <p:nvPr/>
        </p:nvCxnSpPr>
        <p:spPr>
          <a:xfrm>
            <a:off x="6069695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2A6D573-3333-B103-1D27-DEE19C619EEE}"/>
              </a:ext>
            </a:extLst>
          </p:cNvPr>
          <p:cNvCxnSpPr>
            <a:cxnSpLocks/>
          </p:cNvCxnSpPr>
          <p:nvPr/>
        </p:nvCxnSpPr>
        <p:spPr>
          <a:xfrm flipH="1">
            <a:off x="4646479" y="4567613"/>
            <a:ext cx="1423216" cy="0"/>
          </a:xfrm>
          <a:prstGeom prst="line">
            <a:avLst/>
          </a:prstGeom>
          <a:ln w="3810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59ADE99-16AB-48FB-525C-4A0A6D556DB3}"/>
              </a:ext>
            </a:extLst>
          </p:cNvPr>
          <p:cNvCxnSpPr/>
          <p:nvPr/>
        </p:nvCxnSpPr>
        <p:spPr>
          <a:xfrm>
            <a:off x="7492911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D41C35C-D298-DA50-2F4A-45F8881BAF8D}"/>
              </a:ext>
            </a:extLst>
          </p:cNvPr>
          <p:cNvCxnSpPr>
            <a:cxnSpLocks/>
          </p:cNvCxnSpPr>
          <p:nvPr/>
        </p:nvCxnSpPr>
        <p:spPr>
          <a:xfrm flipH="1">
            <a:off x="6069695" y="4567613"/>
            <a:ext cx="1423216" cy="0"/>
          </a:xfrm>
          <a:prstGeom prst="line">
            <a:avLst/>
          </a:prstGeom>
          <a:ln w="635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C7A06D0-57D6-11EF-A000-3115770B9556}"/>
              </a:ext>
            </a:extLst>
          </p:cNvPr>
          <p:cNvCxnSpPr/>
          <p:nvPr/>
        </p:nvCxnSpPr>
        <p:spPr>
          <a:xfrm>
            <a:off x="8916127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406E7D8-ADD3-F36F-7823-D1D6E4786207}"/>
              </a:ext>
            </a:extLst>
          </p:cNvPr>
          <p:cNvCxnSpPr>
            <a:cxnSpLocks/>
          </p:cNvCxnSpPr>
          <p:nvPr/>
        </p:nvCxnSpPr>
        <p:spPr>
          <a:xfrm flipH="1">
            <a:off x="7492911" y="4567613"/>
            <a:ext cx="1423216" cy="0"/>
          </a:xfrm>
          <a:prstGeom prst="line">
            <a:avLst/>
          </a:prstGeom>
          <a:ln w="635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6B2A70A-35F7-4100-70D2-83295A9967FC}"/>
              </a:ext>
            </a:extLst>
          </p:cNvPr>
          <p:cNvCxnSpPr/>
          <p:nvPr/>
        </p:nvCxnSpPr>
        <p:spPr>
          <a:xfrm>
            <a:off x="10339343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351263C-CBF5-AA56-CC93-436BFCF51CFD}"/>
              </a:ext>
            </a:extLst>
          </p:cNvPr>
          <p:cNvCxnSpPr/>
          <p:nvPr/>
        </p:nvCxnSpPr>
        <p:spPr>
          <a:xfrm>
            <a:off x="11762559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49D5AC8-8E57-AB86-E783-25C4BAE0F0FD}"/>
              </a:ext>
            </a:extLst>
          </p:cNvPr>
          <p:cNvCxnSpPr/>
          <p:nvPr/>
        </p:nvCxnSpPr>
        <p:spPr>
          <a:xfrm>
            <a:off x="13185775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CA4E951-808B-941C-9E19-FD651A7E7153}"/>
              </a:ext>
            </a:extLst>
          </p:cNvPr>
          <p:cNvCxnSpPr/>
          <p:nvPr/>
        </p:nvCxnSpPr>
        <p:spPr>
          <a:xfrm>
            <a:off x="14608991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8A0EB3B-20FF-1738-F32A-F52866517E49}"/>
              </a:ext>
            </a:extLst>
          </p:cNvPr>
          <p:cNvCxnSpPr/>
          <p:nvPr/>
        </p:nvCxnSpPr>
        <p:spPr>
          <a:xfrm>
            <a:off x="16032207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1A6397C-6622-6E88-ADA3-B19BBDAF2A0C}"/>
              </a:ext>
            </a:extLst>
          </p:cNvPr>
          <p:cNvCxnSpPr/>
          <p:nvPr/>
        </p:nvCxnSpPr>
        <p:spPr>
          <a:xfrm>
            <a:off x="17455423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EA9CDC29-3071-F6D1-6B10-6F3B9687AC1C}"/>
              </a:ext>
            </a:extLst>
          </p:cNvPr>
          <p:cNvCxnSpPr>
            <a:cxnSpLocks/>
          </p:cNvCxnSpPr>
          <p:nvPr/>
        </p:nvCxnSpPr>
        <p:spPr>
          <a:xfrm>
            <a:off x="4646479" y="5486400"/>
            <a:ext cx="5692864" cy="3057408"/>
          </a:xfrm>
          <a:prstGeom prst="bentConnector3">
            <a:avLst>
              <a:gd name="adj1" fmla="val 13949"/>
            </a:avLst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D9B8CB8D-ED84-0E5A-0065-8A8B850C9F95}"/>
              </a:ext>
            </a:extLst>
          </p:cNvPr>
          <p:cNvCxnSpPr/>
          <p:nvPr/>
        </p:nvCxnSpPr>
        <p:spPr>
          <a:xfrm>
            <a:off x="6069695" y="714032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43C98394-D8A8-7049-7441-72C43ABFCE84}"/>
              </a:ext>
            </a:extLst>
          </p:cNvPr>
          <p:cNvSpPr txBox="1"/>
          <p:nvPr/>
        </p:nvSpPr>
        <p:spPr>
          <a:xfrm>
            <a:off x="6229265" y="677343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0F4BED7A-0534-6DDB-D0DA-BAF0D8DCF020}"/>
              </a:ext>
            </a:extLst>
          </p:cNvPr>
          <p:cNvCxnSpPr/>
          <p:nvPr/>
        </p:nvCxnSpPr>
        <p:spPr>
          <a:xfrm>
            <a:off x="7492911" y="714032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DB7EB085-9967-546E-6DF7-0DE5C53F9692}"/>
              </a:ext>
            </a:extLst>
          </p:cNvPr>
          <p:cNvSpPr txBox="1"/>
          <p:nvPr/>
        </p:nvSpPr>
        <p:spPr>
          <a:xfrm>
            <a:off x="7652481" y="677343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A00F6AF9-7204-2F41-FFBB-3573E793881E}"/>
              </a:ext>
            </a:extLst>
          </p:cNvPr>
          <p:cNvCxnSpPr/>
          <p:nvPr/>
        </p:nvCxnSpPr>
        <p:spPr>
          <a:xfrm>
            <a:off x="8916127" y="714032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89EE1110-2F78-3B3D-E1A1-31ED44174342}"/>
              </a:ext>
            </a:extLst>
          </p:cNvPr>
          <p:cNvSpPr txBox="1"/>
          <p:nvPr/>
        </p:nvSpPr>
        <p:spPr>
          <a:xfrm>
            <a:off x="9075697" y="677343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66E2D6FE-C295-AFD8-E343-996C78B3815F}"/>
              </a:ext>
            </a:extLst>
          </p:cNvPr>
          <p:cNvCxnSpPr/>
          <p:nvPr/>
        </p:nvCxnSpPr>
        <p:spPr>
          <a:xfrm>
            <a:off x="10339343" y="714032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06C209E8-D40E-04DF-F584-C59B73091D0C}"/>
              </a:ext>
            </a:extLst>
          </p:cNvPr>
          <p:cNvSpPr txBox="1"/>
          <p:nvPr/>
        </p:nvSpPr>
        <p:spPr>
          <a:xfrm>
            <a:off x="10498913" y="677343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02398F74-9C56-0A4F-9B55-C201B9EAB9EE}"/>
              </a:ext>
            </a:extLst>
          </p:cNvPr>
          <p:cNvCxnSpPr>
            <a:cxnSpLocks/>
          </p:cNvCxnSpPr>
          <p:nvPr/>
        </p:nvCxnSpPr>
        <p:spPr>
          <a:xfrm>
            <a:off x="10339342" y="5486400"/>
            <a:ext cx="12808945" cy="3057408"/>
          </a:xfrm>
          <a:prstGeom prst="bentConnector3">
            <a:avLst>
              <a:gd name="adj1" fmla="val 7961"/>
            </a:avLst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C039CF6B-2DBD-8A55-A904-05C8A324F9D1}"/>
              </a:ext>
            </a:extLst>
          </p:cNvPr>
          <p:cNvCxnSpPr>
            <a:cxnSpLocks/>
          </p:cNvCxnSpPr>
          <p:nvPr/>
        </p:nvCxnSpPr>
        <p:spPr>
          <a:xfrm>
            <a:off x="13185775" y="714032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4913EDA4-9F4F-E2C9-7AE0-2F1B77A7938F}"/>
              </a:ext>
            </a:extLst>
          </p:cNvPr>
          <p:cNvSpPr txBox="1"/>
          <p:nvPr/>
        </p:nvSpPr>
        <p:spPr>
          <a:xfrm>
            <a:off x="13345345" y="677343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C2093AFD-6030-256C-7DBF-15E8E7156E96}"/>
              </a:ext>
            </a:extLst>
          </p:cNvPr>
          <p:cNvCxnSpPr>
            <a:cxnSpLocks/>
          </p:cNvCxnSpPr>
          <p:nvPr/>
        </p:nvCxnSpPr>
        <p:spPr>
          <a:xfrm>
            <a:off x="14608991" y="714032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BADA8860-385A-63BC-9052-63BC00B427DB}"/>
              </a:ext>
            </a:extLst>
          </p:cNvPr>
          <p:cNvSpPr txBox="1"/>
          <p:nvPr/>
        </p:nvSpPr>
        <p:spPr>
          <a:xfrm>
            <a:off x="14768561" y="677343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DF167E47-5881-BA6C-E50F-516961E2E084}"/>
              </a:ext>
            </a:extLst>
          </p:cNvPr>
          <p:cNvCxnSpPr>
            <a:cxnSpLocks/>
          </p:cNvCxnSpPr>
          <p:nvPr/>
        </p:nvCxnSpPr>
        <p:spPr>
          <a:xfrm flipH="1">
            <a:off x="13185775" y="8543808"/>
            <a:ext cx="1423216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7C3B4D21-C585-CAAF-D6F2-6969777EBF3E}"/>
              </a:ext>
            </a:extLst>
          </p:cNvPr>
          <p:cNvCxnSpPr>
            <a:cxnSpLocks/>
          </p:cNvCxnSpPr>
          <p:nvPr/>
        </p:nvCxnSpPr>
        <p:spPr>
          <a:xfrm>
            <a:off x="16032207" y="714032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4FFCB37D-D926-8647-7B27-644A48D65185}"/>
              </a:ext>
            </a:extLst>
          </p:cNvPr>
          <p:cNvSpPr txBox="1"/>
          <p:nvPr/>
        </p:nvSpPr>
        <p:spPr>
          <a:xfrm>
            <a:off x="16191777" y="677343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0C3BB00D-9692-E92A-6723-A984B7DDAD9E}"/>
              </a:ext>
            </a:extLst>
          </p:cNvPr>
          <p:cNvCxnSpPr>
            <a:cxnSpLocks/>
          </p:cNvCxnSpPr>
          <p:nvPr/>
        </p:nvCxnSpPr>
        <p:spPr>
          <a:xfrm flipH="1">
            <a:off x="14608991" y="8543808"/>
            <a:ext cx="1423216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6C69B77F-4051-B62C-70BB-D3F69FA54752}"/>
              </a:ext>
            </a:extLst>
          </p:cNvPr>
          <p:cNvCxnSpPr>
            <a:cxnSpLocks/>
          </p:cNvCxnSpPr>
          <p:nvPr/>
        </p:nvCxnSpPr>
        <p:spPr>
          <a:xfrm>
            <a:off x="17455423" y="714032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D79B499F-CA12-F35E-15F1-3C5AE5BB13EC}"/>
              </a:ext>
            </a:extLst>
          </p:cNvPr>
          <p:cNvSpPr txBox="1"/>
          <p:nvPr/>
        </p:nvSpPr>
        <p:spPr>
          <a:xfrm>
            <a:off x="17614993" y="677343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84788AF3-E914-D3B8-D74A-1F09482AF356}"/>
              </a:ext>
            </a:extLst>
          </p:cNvPr>
          <p:cNvCxnSpPr/>
          <p:nvPr/>
        </p:nvCxnSpPr>
        <p:spPr>
          <a:xfrm>
            <a:off x="18878639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0FF09C10-8B73-A86E-EF9B-FD0B70A7D256}"/>
              </a:ext>
            </a:extLst>
          </p:cNvPr>
          <p:cNvCxnSpPr/>
          <p:nvPr/>
        </p:nvCxnSpPr>
        <p:spPr>
          <a:xfrm>
            <a:off x="20301855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C03B938A-7401-D942-FE98-F089E4DEA322}"/>
              </a:ext>
            </a:extLst>
          </p:cNvPr>
          <p:cNvCxnSpPr>
            <a:cxnSpLocks/>
          </p:cNvCxnSpPr>
          <p:nvPr/>
        </p:nvCxnSpPr>
        <p:spPr>
          <a:xfrm>
            <a:off x="18878639" y="714032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B7861401-E20B-FFAD-5C4D-486A9FA7ACF1}"/>
              </a:ext>
            </a:extLst>
          </p:cNvPr>
          <p:cNvSpPr txBox="1"/>
          <p:nvPr/>
        </p:nvSpPr>
        <p:spPr>
          <a:xfrm>
            <a:off x="19038209" y="677343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9D15764F-669A-5200-2864-DF6F58CCF308}"/>
              </a:ext>
            </a:extLst>
          </p:cNvPr>
          <p:cNvCxnSpPr>
            <a:cxnSpLocks/>
          </p:cNvCxnSpPr>
          <p:nvPr/>
        </p:nvCxnSpPr>
        <p:spPr>
          <a:xfrm>
            <a:off x="20301855" y="714032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TextBox 157">
            <a:extLst>
              <a:ext uri="{FF2B5EF4-FFF2-40B4-BE49-F238E27FC236}">
                <a16:creationId xmlns:a16="http://schemas.microsoft.com/office/drawing/2014/main" id="{7D74FDDC-4FE4-E345-FE06-C967B2C99157}"/>
              </a:ext>
            </a:extLst>
          </p:cNvPr>
          <p:cNvSpPr txBox="1"/>
          <p:nvPr/>
        </p:nvSpPr>
        <p:spPr>
          <a:xfrm>
            <a:off x="20461425" y="677343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5C4A2851-9A63-59C5-29C1-CA62FFED7A8B}"/>
              </a:ext>
            </a:extLst>
          </p:cNvPr>
          <p:cNvCxnSpPr>
            <a:cxnSpLocks/>
          </p:cNvCxnSpPr>
          <p:nvPr/>
        </p:nvCxnSpPr>
        <p:spPr>
          <a:xfrm>
            <a:off x="21725071" y="714032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TextBox 165">
            <a:extLst>
              <a:ext uri="{FF2B5EF4-FFF2-40B4-BE49-F238E27FC236}">
                <a16:creationId xmlns:a16="http://schemas.microsoft.com/office/drawing/2014/main" id="{FAAA41B0-8AA7-9452-C7D1-CCE651849EF0}"/>
              </a:ext>
            </a:extLst>
          </p:cNvPr>
          <p:cNvSpPr txBox="1"/>
          <p:nvPr/>
        </p:nvSpPr>
        <p:spPr>
          <a:xfrm>
            <a:off x="21884641" y="677343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FDB66F20-AEEA-9275-22E3-33E93EC84A8E}"/>
              </a:ext>
            </a:extLst>
          </p:cNvPr>
          <p:cNvCxnSpPr>
            <a:cxnSpLocks/>
          </p:cNvCxnSpPr>
          <p:nvPr/>
        </p:nvCxnSpPr>
        <p:spPr>
          <a:xfrm>
            <a:off x="23148287" y="714032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TextBox 169">
            <a:extLst>
              <a:ext uri="{FF2B5EF4-FFF2-40B4-BE49-F238E27FC236}">
                <a16:creationId xmlns:a16="http://schemas.microsoft.com/office/drawing/2014/main" id="{D82CA577-8D2C-906B-A68E-1EB3DA0A335B}"/>
              </a:ext>
            </a:extLst>
          </p:cNvPr>
          <p:cNvSpPr txBox="1"/>
          <p:nvPr/>
        </p:nvSpPr>
        <p:spPr>
          <a:xfrm>
            <a:off x="23307857" y="677343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33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803C36DA-2406-8F20-3EB4-8A7D90B13CD7}"/>
              </a:ext>
            </a:extLst>
          </p:cNvPr>
          <p:cNvCxnSpPr/>
          <p:nvPr/>
        </p:nvCxnSpPr>
        <p:spPr>
          <a:xfrm>
            <a:off x="7492089" y="-1158732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1D342AE0-2AC3-CD28-03C0-7E884D08A0F9}"/>
              </a:ext>
            </a:extLst>
          </p:cNvPr>
          <p:cNvSpPr txBox="1"/>
          <p:nvPr/>
        </p:nvSpPr>
        <p:spPr>
          <a:xfrm>
            <a:off x="7651659" y="-1525622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3852FAF1-28CE-CB99-FAA1-73DF6F7E24FE}"/>
              </a:ext>
            </a:extLst>
          </p:cNvPr>
          <p:cNvCxnSpPr/>
          <p:nvPr/>
        </p:nvCxnSpPr>
        <p:spPr>
          <a:xfrm>
            <a:off x="8915305" y="-1158732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TextBox 176">
            <a:extLst>
              <a:ext uri="{FF2B5EF4-FFF2-40B4-BE49-F238E27FC236}">
                <a16:creationId xmlns:a16="http://schemas.microsoft.com/office/drawing/2014/main" id="{BCAF939D-EF20-95EA-7CC5-803B6E0613EE}"/>
              </a:ext>
            </a:extLst>
          </p:cNvPr>
          <p:cNvSpPr txBox="1"/>
          <p:nvPr/>
        </p:nvSpPr>
        <p:spPr>
          <a:xfrm>
            <a:off x="9074875" y="-1525622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F380608B-3B5C-F479-CD4E-D87001A59B95}"/>
              </a:ext>
            </a:extLst>
          </p:cNvPr>
          <p:cNvCxnSpPr/>
          <p:nvPr/>
        </p:nvCxnSpPr>
        <p:spPr>
          <a:xfrm>
            <a:off x="10338521" y="-1158732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TextBox 184">
            <a:extLst>
              <a:ext uri="{FF2B5EF4-FFF2-40B4-BE49-F238E27FC236}">
                <a16:creationId xmlns:a16="http://schemas.microsoft.com/office/drawing/2014/main" id="{8B1C4526-F49F-FD6E-1D24-AA94F091BB29}"/>
              </a:ext>
            </a:extLst>
          </p:cNvPr>
          <p:cNvSpPr txBox="1"/>
          <p:nvPr/>
        </p:nvSpPr>
        <p:spPr>
          <a:xfrm>
            <a:off x="10498091" y="-1525622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04C62424-F939-CD63-0E7D-B0F757200FEB}"/>
              </a:ext>
            </a:extLst>
          </p:cNvPr>
          <p:cNvCxnSpPr/>
          <p:nvPr/>
        </p:nvCxnSpPr>
        <p:spPr>
          <a:xfrm>
            <a:off x="21725071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CFCD83D1-45D4-B3E2-226F-2D036A8C4F22}"/>
              </a:ext>
            </a:extLst>
          </p:cNvPr>
          <p:cNvCxnSpPr/>
          <p:nvPr/>
        </p:nvCxnSpPr>
        <p:spPr>
          <a:xfrm>
            <a:off x="23148287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D976454F-8796-9C0A-602D-6E652492104F}"/>
              </a:ext>
            </a:extLst>
          </p:cNvPr>
          <p:cNvCxnSpPr/>
          <p:nvPr/>
        </p:nvCxnSpPr>
        <p:spPr>
          <a:xfrm>
            <a:off x="24504186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1D59E402-B2F8-FE68-62C6-0F9FA602D25B}"/>
              </a:ext>
            </a:extLst>
          </p:cNvPr>
          <p:cNvCxnSpPr/>
          <p:nvPr/>
        </p:nvCxnSpPr>
        <p:spPr>
          <a:xfrm>
            <a:off x="25906266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A2D5F065-430A-2699-4749-E32A24DF5AE0}"/>
              </a:ext>
            </a:extLst>
          </p:cNvPr>
          <p:cNvCxnSpPr/>
          <p:nvPr/>
        </p:nvCxnSpPr>
        <p:spPr>
          <a:xfrm>
            <a:off x="27389626" y="3164133"/>
            <a:ext cx="0" cy="2743200"/>
          </a:xfrm>
          <a:prstGeom prst="line">
            <a:avLst/>
          </a:prstGeom>
          <a:ln w="1016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4" name="Rectangle 293">
            <a:extLst>
              <a:ext uri="{FF2B5EF4-FFF2-40B4-BE49-F238E27FC236}">
                <a16:creationId xmlns:a16="http://schemas.microsoft.com/office/drawing/2014/main" id="{F9C4C259-BCD3-0FB3-E186-940566A3F8B4}"/>
              </a:ext>
            </a:extLst>
          </p:cNvPr>
          <p:cNvSpPr/>
          <p:nvPr/>
        </p:nvSpPr>
        <p:spPr>
          <a:xfrm>
            <a:off x="16297183" y="840877"/>
            <a:ext cx="1590888" cy="134753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90"/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691AA772-0C97-2371-A5F7-673ED1CF98DC}"/>
              </a:ext>
            </a:extLst>
          </p:cNvPr>
          <p:cNvSpPr txBox="1"/>
          <p:nvPr/>
        </p:nvSpPr>
        <p:spPr>
          <a:xfrm>
            <a:off x="16297183" y="1160690"/>
            <a:ext cx="1651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EVCS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0" name="Connector: Elbow 309">
            <a:extLst>
              <a:ext uri="{FF2B5EF4-FFF2-40B4-BE49-F238E27FC236}">
                <a16:creationId xmlns:a16="http://schemas.microsoft.com/office/drawing/2014/main" id="{A6666014-D977-17A1-D741-9C7FD1FB07C8}"/>
              </a:ext>
            </a:extLst>
          </p:cNvPr>
          <p:cNvCxnSpPr>
            <a:cxnSpLocks/>
            <a:endCxn id="311" idx="0"/>
          </p:cNvCxnSpPr>
          <p:nvPr/>
        </p:nvCxnSpPr>
        <p:spPr>
          <a:xfrm rot="16200000" flipH="1">
            <a:off x="12955649" y="9499509"/>
            <a:ext cx="1278162" cy="772978"/>
          </a:xfrm>
          <a:prstGeom prst="bentConnector3">
            <a:avLst>
              <a:gd name="adj1" fmla="val 7076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1" name="Rectangle 310">
            <a:extLst>
              <a:ext uri="{FF2B5EF4-FFF2-40B4-BE49-F238E27FC236}">
                <a16:creationId xmlns:a16="http://schemas.microsoft.com/office/drawing/2014/main" id="{8DE315FD-C8D5-FCCA-F6E1-12EF890C8927}"/>
              </a:ext>
            </a:extLst>
          </p:cNvPr>
          <p:cNvSpPr/>
          <p:nvPr/>
        </p:nvSpPr>
        <p:spPr>
          <a:xfrm>
            <a:off x="13185775" y="10525079"/>
            <a:ext cx="1590888" cy="134753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90"/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2502CE2F-D9DA-3FEB-7375-04A1BFE8675F}"/>
              </a:ext>
            </a:extLst>
          </p:cNvPr>
          <p:cNvSpPr txBox="1"/>
          <p:nvPr/>
        </p:nvSpPr>
        <p:spPr>
          <a:xfrm>
            <a:off x="13185775" y="10844892"/>
            <a:ext cx="1651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EVCS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EC99EDFA-7BE3-EB97-38B9-128C7E1C4F1C}"/>
              </a:ext>
            </a:extLst>
          </p:cNvPr>
          <p:cNvSpPr/>
          <p:nvPr/>
        </p:nvSpPr>
        <p:spPr>
          <a:xfrm>
            <a:off x="21969727" y="840877"/>
            <a:ext cx="1590888" cy="134753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90"/>
          </a:p>
        </p:txBody>
      </p:sp>
      <p:sp>
        <p:nvSpPr>
          <p:cNvPr id="349" name="TextBox 348">
            <a:extLst>
              <a:ext uri="{FF2B5EF4-FFF2-40B4-BE49-F238E27FC236}">
                <a16:creationId xmlns:a16="http://schemas.microsoft.com/office/drawing/2014/main" id="{522113E8-37A0-5266-2844-6C02384F857A}"/>
              </a:ext>
            </a:extLst>
          </p:cNvPr>
          <p:cNvSpPr txBox="1"/>
          <p:nvPr/>
        </p:nvSpPr>
        <p:spPr>
          <a:xfrm>
            <a:off x="21969727" y="1160690"/>
            <a:ext cx="1651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EVCS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1" name="Rectangle 350">
            <a:extLst>
              <a:ext uri="{FF2B5EF4-FFF2-40B4-BE49-F238E27FC236}">
                <a16:creationId xmlns:a16="http://schemas.microsoft.com/office/drawing/2014/main" id="{2342EDFC-A94D-51C5-DA77-5FFAA6AF2CDA}"/>
              </a:ext>
            </a:extLst>
          </p:cNvPr>
          <p:cNvSpPr/>
          <p:nvPr/>
        </p:nvSpPr>
        <p:spPr>
          <a:xfrm>
            <a:off x="10618699" y="840877"/>
            <a:ext cx="1590888" cy="134753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90"/>
          </a:p>
        </p:txBody>
      </p:sp>
      <p:sp>
        <p:nvSpPr>
          <p:cNvPr id="352" name="TextBox 351">
            <a:extLst>
              <a:ext uri="{FF2B5EF4-FFF2-40B4-BE49-F238E27FC236}">
                <a16:creationId xmlns:a16="http://schemas.microsoft.com/office/drawing/2014/main" id="{F52C6A67-6D0F-CCFD-AA2B-34CB5D5CC31B}"/>
              </a:ext>
            </a:extLst>
          </p:cNvPr>
          <p:cNvSpPr txBox="1"/>
          <p:nvPr/>
        </p:nvSpPr>
        <p:spPr>
          <a:xfrm>
            <a:off x="10618699" y="1160690"/>
            <a:ext cx="1651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EVCS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8D8779A7-9035-FEA4-E86B-5C2465543A2F}"/>
              </a:ext>
            </a:extLst>
          </p:cNvPr>
          <p:cNvSpPr txBox="1"/>
          <p:nvPr/>
        </p:nvSpPr>
        <p:spPr>
          <a:xfrm>
            <a:off x="3298295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4C3F3ADE-1243-7C04-A61A-C55FED0087A9}"/>
              </a:ext>
            </a:extLst>
          </p:cNvPr>
          <p:cNvSpPr txBox="1"/>
          <p:nvPr/>
        </p:nvSpPr>
        <p:spPr>
          <a:xfrm>
            <a:off x="4806049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1215FD-0199-1A24-3EAF-560B44127ED4}"/>
              </a:ext>
            </a:extLst>
          </p:cNvPr>
          <p:cNvSpPr txBox="1"/>
          <p:nvPr/>
        </p:nvSpPr>
        <p:spPr>
          <a:xfrm>
            <a:off x="6229265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4255EB-E9D3-00AC-0D1C-C4FF7271B8AA}"/>
              </a:ext>
            </a:extLst>
          </p:cNvPr>
          <p:cNvSpPr txBox="1"/>
          <p:nvPr/>
        </p:nvSpPr>
        <p:spPr>
          <a:xfrm>
            <a:off x="7652481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16F6AC-30CE-8D35-B838-4C4C2257A409}"/>
              </a:ext>
            </a:extLst>
          </p:cNvPr>
          <p:cNvSpPr txBox="1"/>
          <p:nvPr/>
        </p:nvSpPr>
        <p:spPr>
          <a:xfrm>
            <a:off x="9075697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88FFCE-D312-8176-A358-261609A35845}"/>
              </a:ext>
            </a:extLst>
          </p:cNvPr>
          <p:cNvSpPr txBox="1"/>
          <p:nvPr/>
        </p:nvSpPr>
        <p:spPr>
          <a:xfrm>
            <a:off x="10498913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C45425-9843-8A05-0BC6-5B275E9F7E2F}"/>
              </a:ext>
            </a:extLst>
          </p:cNvPr>
          <p:cNvSpPr txBox="1"/>
          <p:nvPr/>
        </p:nvSpPr>
        <p:spPr>
          <a:xfrm>
            <a:off x="11922129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196FFD-15A8-93EF-1744-F8D0E1B6B3D2}"/>
              </a:ext>
            </a:extLst>
          </p:cNvPr>
          <p:cNvSpPr txBox="1"/>
          <p:nvPr/>
        </p:nvSpPr>
        <p:spPr>
          <a:xfrm>
            <a:off x="13345345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228C269-5703-B67D-FF77-DD5B3096A31A}"/>
              </a:ext>
            </a:extLst>
          </p:cNvPr>
          <p:cNvSpPr txBox="1"/>
          <p:nvPr/>
        </p:nvSpPr>
        <p:spPr>
          <a:xfrm>
            <a:off x="14768561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5DC8A5B-E77A-F853-0F28-22C82FFA522E}"/>
              </a:ext>
            </a:extLst>
          </p:cNvPr>
          <p:cNvSpPr txBox="1"/>
          <p:nvPr/>
        </p:nvSpPr>
        <p:spPr>
          <a:xfrm>
            <a:off x="16191777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AA382E9-86B7-0BDC-36B3-8A573E77DAD0}"/>
              </a:ext>
            </a:extLst>
          </p:cNvPr>
          <p:cNvSpPr txBox="1"/>
          <p:nvPr/>
        </p:nvSpPr>
        <p:spPr>
          <a:xfrm>
            <a:off x="17614993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563B7A32-999C-E600-6368-786BBCCA7ED9}"/>
              </a:ext>
            </a:extLst>
          </p:cNvPr>
          <p:cNvSpPr txBox="1"/>
          <p:nvPr/>
        </p:nvSpPr>
        <p:spPr>
          <a:xfrm>
            <a:off x="19038209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E433C4DF-00BB-B67D-EB64-71672D3EB9B6}"/>
              </a:ext>
            </a:extLst>
          </p:cNvPr>
          <p:cNvSpPr txBox="1"/>
          <p:nvPr/>
        </p:nvSpPr>
        <p:spPr>
          <a:xfrm>
            <a:off x="20461425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1341B2D8-89A3-7D0B-D42F-8B35BB28876E}"/>
              </a:ext>
            </a:extLst>
          </p:cNvPr>
          <p:cNvSpPr txBox="1"/>
          <p:nvPr/>
        </p:nvSpPr>
        <p:spPr>
          <a:xfrm>
            <a:off x="21884641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F2F0139E-701A-B68A-45DD-5D639536A575}"/>
              </a:ext>
            </a:extLst>
          </p:cNvPr>
          <p:cNvSpPr txBox="1"/>
          <p:nvPr/>
        </p:nvSpPr>
        <p:spPr>
          <a:xfrm>
            <a:off x="23307857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BB7E5A44-2EB5-13FE-7304-9E6C3516E674}"/>
              </a:ext>
            </a:extLst>
          </p:cNvPr>
          <p:cNvSpPr txBox="1"/>
          <p:nvPr/>
        </p:nvSpPr>
        <p:spPr>
          <a:xfrm>
            <a:off x="24663756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B614539E-9F7A-683C-EB95-9ED8ED747757}"/>
              </a:ext>
            </a:extLst>
          </p:cNvPr>
          <p:cNvSpPr txBox="1"/>
          <p:nvPr/>
        </p:nvSpPr>
        <p:spPr>
          <a:xfrm>
            <a:off x="26065836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FD01D5C7-5086-E1E1-F2EC-17113111ABD8}"/>
              </a:ext>
            </a:extLst>
          </p:cNvPr>
          <p:cNvSpPr txBox="1"/>
          <p:nvPr/>
        </p:nvSpPr>
        <p:spPr>
          <a:xfrm>
            <a:off x="27549196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8" name="Connector: Elbow 337">
            <a:extLst>
              <a:ext uri="{FF2B5EF4-FFF2-40B4-BE49-F238E27FC236}">
                <a16:creationId xmlns:a16="http://schemas.microsoft.com/office/drawing/2014/main" id="{E852F4E7-DAF2-06F3-4AAD-5795B472A2E1}"/>
              </a:ext>
            </a:extLst>
          </p:cNvPr>
          <p:cNvCxnSpPr>
            <a:cxnSpLocks/>
            <a:endCxn id="294" idx="2"/>
          </p:cNvCxnSpPr>
          <p:nvPr/>
        </p:nvCxnSpPr>
        <p:spPr>
          <a:xfrm rot="5400000" flipH="1" flipV="1">
            <a:off x="15743015" y="2497922"/>
            <a:ext cx="1659124" cy="1040100"/>
          </a:xfrm>
          <a:prstGeom prst="bentConnector3">
            <a:avLst>
              <a:gd name="adj1" fmla="val -215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: Elbow 349">
            <a:extLst>
              <a:ext uri="{FF2B5EF4-FFF2-40B4-BE49-F238E27FC236}">
                <a16:creationId xmlns:a16="http://schemas.microsoft.com/office/drawing/2014/main" id="{59134158-09BF-5B13-58B1-D6C25D984C23}"/>
              </a:ext>
            </a:extLst>
          </p:cNvPr>
          <p:cNvCxnSpPr>
            <a:cxnSpLocks/>
            <a:endCxn id="348" idx="2"/>
          </p:cNvCxnSpPr>
          <p:nvPr/>
        </p:nvCxnSpPr>
        <p:spPr>
          <a:xfrm rot="5400000" flipH="1" flipV="1">
            <a:off x="21415559" y="2497922"/>
            <a:ext cx="1659124" cy="1040100"/>
          </a:xfrm>
          <a:prstGeom prst="bentConnector3">
            <a:avLst>
              <a:gd name="adj1" fmla="val -215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: Elbow 352">
            <a:extLst>
              <a:ext uri="{FF2B5EF4-FFF2-40B4-BE49-F238E27FC236}">
                <a16:creationId xmlns:a16="http://schemas.microsoft.com/office/drawing/2014/main" id="{A102BBBD-84AB-F746-3B0C-E7B3E5BC60C7}"/>
              </a:ext>
            </a:extLst>
          </p:cNvPr>
          <p:cNvCxnSpPr>
            <a:cxnSpLocks/>
            <a:endCxn id="351" idx="2"/>
          </p:cNvCxnSpPr>
          <p:nvPr/>
        </p:nvCxnSpPr>
        <p:spPr>
          <a:xfrm rot="5400000" flipH="1" flipV="1">
            <a:off x="10064531" y="2497922"/>
            <a:ext cx="1659124" cy="1040100"/>
          </a:xfrm>
          <a:prstGeom prst="bentConnector3">
            <a:avLst>
              <a:gd name="adj1" fmla="val -215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4" name="Rectangle 353">
            <a:extLst>
              <a:ext uri="{FF2B5EF4-FFF2-40B4-BE49-F238E27FC236}">
                <a16:creationId xmlns:a16="http://schemas.microsoft.com/office/drawing/2014/main" id="{CF71B1C9-91CF-B73F-E406-2D18EDEC43FC}"/>
              </a:ext>
            </a:extLst>
          </p:cNvPr>
          <p:cNvSpPr/>
          <p:nvPr/>
        </p:nvSpPr>
        <p:spPr>
          <a:xfrm>
            <a:off x="-487730" y="7781701"/>
            <a:ext cx="1590888" cy="134753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90"/>
          </a:p>
        </p:txBody>
      </p:sp>
      <p:sp>
        <p:nvSpPr>
          <p:cNvPr id="355" name="TextBox 354">
            <a:extLst>
              <a:ext uri="{FF2B5EF4-FFF2-40B4-BE49-F238E27FC236}">
                <a16:creationId xmlns:a16="http://schemas.microsoft.com/office/drawing/2014/main" id="{582DD4A2-5291-25BD-15DC-C34BBCEC0A3B}"/>
              </a:ext>
            </a:extLst>
          </p:cNvPr>
          <p:cNvSpPr txBox="1"/>
          <p:nvPr/>
        </p:nvSpPr>
        <p:spPr>
          <a:xfrm>
            <a:off x="-487730" y="8101514"/>
            <a:ext cx="1651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EVCS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6" name="TextBox 355">
            <a:extLst>
              <a:ext uri="{FF2B5EF4-FFF2-40B4-BE49-F238E27FC236}">
                <a16:creationId xmlns:a16="http://schemas.microsoft.com/office/drawing/2014/main" id="{DDDE5142-9450-FB58-4207-E0979CADE859}"/>
              </a:ext>
            </a:extLst>
          </p:cNvPr>
          <p:cNvSpPr txBox="1"/>
          <p:nvPr/>
        </p:nvSpPr>
        <p:spPr>
          <a:xfrm>
            <a:off x="1585836" y="8129184"/>
            <a:ext cx="5241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EVCS Location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7" name="Straight Connector 356">
            <a:extLst>
              <a:ext uri="{FF2B5EF4-FFF2-40B4-BE49-F238E27FC236}">
                <a16:creationId xmlns:a16="http://schemas.microsoft.com/office/drawing/2014/main" id="{55A31E88-F0DE-81DD-8EB5-A31D6325EAC8}"/>
              </a:ext>
            </a:extLst>
          </p:cNvPr>
          <p:cNvCxnSpPr>
            <a:cxnSpLocks/>
          </p:cNvCxnSpPr>
          <p:nvPr/>
        </p:nvCxnSpPr>
        <p:spPr>
          <a:xfrm flipH="1">
            <a:off x="-667596" y="10589273"/>
            <a:ext cx="1988822" cy="0"/>
          </a:xfrm>
          <a:prstGeom prst="line">
            <a:avLst/>
          </a:prstGeom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8" name="Straight Connector 357">
            <a:extLst>
              <a:ext uri="{FF2B5EF4-FFF2-40B4-BE49-F238E27FC236}">
                <a16:creationId xmlns:a16="http://schemas.microsoft.com/office/drawing/2014/main" id="{D3FDF0D9-8CE0-2E90-9B29-F34B3D6042E4}"/>
              </a:ext>
            </a:extLst>
          </p:cNvPr>
          <p:cNvCxnSpPr>
            <a:cxnSpLocks/>
          </p:cNvCxnSpPr>
          <p:nvPr/>
        </p:nvCxnSpPr>
        <p:spPr>
          <a:xfrm flipH="1">
            <a:off x="-667596" y="9709354"/>
            <a:ext cx="1985124" cy="0"/>
          </a:xfrm>
          <a:prstGeom prst="line">
            <a:avLst/>
          </a:prstGeom>
          <a:ln w="1016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Connector: Elbow 413">
            <a:extLst>
              <a:ext uri="{FF2B5EF4-FFF2-40B4-BE49-F238E27FC236}">
                <a16:creationId xmlns:a16="http://schemas.microsoft.com/office/drawing/2014/main" id="{D86A6FD7-B7A0-6951-04DA-11D0E47BE44B}"/>
              </a:ext>
            </a:extLst>
          </p:cNvPr>
          <p:cNvCxnSpPr>
            <a:cxnSpLocks/>
          </p:cNvCxnSpPr>
          <p:nvPr/>
        </p:nvCxnSpPr>
        <p:spPr>
          <a:xfrm flipV="1">
            <a:off x="6047737" y="177709"/>
            <a:ext cx="4277452" cy="3655646"/>
          </a:xfrm>
          <a:prstGeom prst="bentConnector3">
            <a:avLst>
              <a:gd name="adj1" fmla="val 22416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C798DAF3-5910-8883-8A34-E27E438A8D9A}"/>
              </a:ext>
            </a:extLst>
          </p:cNvPr>
          <p:cNvSpPr/>
          <p:nvPr/>
        </p:nvSpPr>
        <p:spPr>
          <a:xfrm>
            <a:off x="12936002" y="840877"/>
            <a:ext cx="1590888" cy="13475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9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3B29E2-6ED2-52E9-974C-8AF809BD322C}"/>
              </a:ext>
            </a:extLst>
          </p:cNvPr>
          <p:cNvSpPr txBox="1"/>
          <p:nvPr/>
        </p:nvSpPr>
        <p:spPr>
          <a:xfrm>
            <a:off x="12936002" y="1160690"/>
            <a:ext cx="1651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BESS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D01D142-7341-9F65-8BAC-75188F2A9AF1}"/>
              </a:ext>
            </a:extLst>
          </p:cNvPr>
          <p:cNvCxnSpPr>
            <a:stCxn id="26" idx="1"/>
            <a:endCxn id="352" idx="3"/>
          </p:cNvCxnSpPr>
          <p:nvPr/>
        </p:nvCxnSpPr>
        <p:spPr>
          <a:xfrm flipH="1">
            <a:off x="12270547" y="1514633"/>
            <a:ext cx="665455" cy="0"/>
          </a:xfrm>
          <a:prstGeom prst="line">
            <a:avLst/>
          </a:prstGeom>
          <a:ln w="381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FE3E55A4-6DDD-7281-9F3F-4BD8C559A873}"/>
              </a:ext>
            </a:extLst>
          </p:cNvPr>
          <p:cNvSpPr/>
          <p:nvPr/>
        </p:nvSpPr>
        <p:spPr>
          <a:xfrm>
            <a:off x="18561075" y="840877"/>
            <a:ext cx="1590888" cy="13475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9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CD44925-7DC6-101D-2018-E9B6D4C8B3A3}"/>
              </a:ext>
            </a:extLst>
          </p:cNvPr>
          <p:cNvSpPr txBox="1"/>
          <p:nvPr/>
        </p:nvSpPr>
        <p:spPr>
          <a:xfrm>
            <a:off x="18561075" y="1160690"/>
            <a:ext cx="1651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BESS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56DC15D-50E1-1BF2-BB35-B3D9E41B7E48}"/>
              </a:ext>
            </a:extLst>
          </p:cNvPr>
          <p:cNvCxnSpPr>
            <a:stCxn id="36" idx="1"/>
          </p:cNvCxnSpPr>
          <p:nvPr/>
        </p:nvCxnSpPr>
        <p:spPr>
          <a:xfrm flipH="1">
            <a:off x="17895620" y="1514633"/>
            <a:ext cx="665455" cy="0"/>
          </a:xfrm>
          <a:prstGeom prst="line">
            <a:avLst/>
          </a:prstGeom>
          <a:ln w="381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970B8E47-244C-DFF6-D658-97EEDE28936B}"/>
              </a:ext>
            </a:extLst>
          </p:cNvPr>
          <p:cNvSpPr/>
          <p:nvPr/>
        </p:nvSpPr>
        <p:spPr>
          <a:xfrm>
            <a:off x="24224467" y="840877"/>
            <a:ext cx="1590888" cy="13475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9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F9E5362-A660-A0B0-7D75-CB1538A9623F}"/>
              </a:ext>
            </a:extLst>
          </p:cNvPr>
          <p:cNvSpPr txBox="1"/>
          <p:nvPr/>
        </p:nvSpPr>
        <p:spPr>
          <a:xfrm>
            <a:off x="24224467" y="1160690"/>
            <a:ext cx="1651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BESS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EEBB3FE-538F-09E2-879B-3D7EA31BAEF8}"/>
              </a:ext>
            </a:extLst>
          </p:cNvPr>
          <p:cNvCxnSpPr>
            <a:stCxn id="39" idx="1"/>
          </p:cNvCxnSpPr>
          <p:nvPr/>
        </p:nvCxnSpPr>
        <p:spPr>
          <a:xfrm flipH="1">
            <a:off x="23559012" y="1514633"/>
            <a:ext cx="665455" cy="0"/>
          </a:xfrm>
          <a:prstGeom prst="line">
            <a:avLst/>
          </a:prstGeom>
          <a:ln w="381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FF3ED131-7986-26CF-A9F5-DD57D57B5E3E}"/>
              </a:ext>
            </a:extLst>
          </p:cNvPr>
          <p:cNvCxnSpPr>
            <a:cxnSpLocks/>
            <a:endCxn id="42" idx="0"/>
          </p:cNvCxnSpPr>
          <p:nvPr/>
        </p:nvCxnSpPr>
        <p:spPr>
          <a:xfrm rot="16200000" flipH="1">
            <a:off x="10086752" y="9499509"/>
            <a:ext cx="1278162" cy="772978"/>
          </a:xfrm>
          <a:prstGeom prst="bentConnector3">
            <a:avLst>
              <a:gd name="adj1" fmla="val 7076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B12059D6-004E-8F9F-0324-411B9F8164BA}"/>
              </a:ext>
            </a:extLst>
          </p:cNvPr>
          <p:cNvSpPr/>
          <p:nvPr/>
        </p:nvSpPr>
        <p:spPr>
          <a:xfrm>
            <a:off x="10316878" y="10525079"/>
            <a:ext cx="1590888" cy="134753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9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45328FB-46FC-AA56-94C0-9434A8B6B7CA}"/>
              </a:ext>
            </a:extLst>
          </p:cNvPr>
          <p:cNvSpPr txBox="1"/>
          <p:nvPr/>
        </p:nvSpPr>
        <p:spPr>
          <a:xfrm>
            <a:off x="10316878" y="10844892"/>
            <a:ext cx="1651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EVCS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D360B02-A2B0-83DD-1B61-D517FAC35CE0}"/>
              </a:ext>
            </a:extLst>
          </p:cNvPr>
          <p:cNvSpPr/>
          <p:nvPr/>
        </p:nvSpPr>
        <p:spPr>
          <a:xfrm>
            <a:off x="15455682" y="10517265"/>
            <a:ext cx="1590888" cy="13475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9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C9AB749-3676-EF83-7343-465B9D346ADB}"/>
              </a:ext>
            </a:extLst>
          </p:cNvPr>
          <p:cNvSpPr txBox="1"/>
          <p:nvPr/>
        </p:nvSpPr>
        <p:spPr>
          <a:xfrm>
            <a:off x="15455682" y="10837078"/>
            <a:ext cx="1651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BESS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84B5F73-0912-6661-3ACB-B5CB7BA65A9E}"/>
              </a:ext>
            </a:extLst>
          </p:cNvPr>
          <p:cNvCxnSpPr>
            <a:stCxn id="45" idx="1"/>
          </p:cNvCxnSpPr>
          <p:nvPr/>
        </p:nvCxnSpPr>
        <p:spPr>
          <a:xfrm flipH="1">
            <a:off x="14790227" y="11191021"/>
            <a:ext cx="665455" cy="0"/>
          </a:xfrm>
          <a:prstGeom prst="line">
            <a:avLst/>
          </a:prstGeom>
          <a:ln w="381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8A1A611D-33D2-5584-F1CA-B0AFBC1C2B8F}"/>
              </a:ext>
            </a:extLst>
          </p:cNvPr>
          <p:cNvSpPr/>
          <p:nvPr/>
        </p:nvSpPr>
        <p:spPr>
          <a:xfrm>
            <a:off x="8044702" y="10517265"/>
            <a:ext cx="1590888" cy="13475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9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4299EC3-A200-7FED-B132-3CEA1CB5B4AA}"/>
              </a:ext>
            </a:extLst>
          </p:cNvPr>
          <p:cNvSpPr txBox="1"/>
          <p:nvPr/>
        </p:nvSpPr>
        <p:spPr>
          <a:xfrm>
            <a:off x="8044702" y="10837078"/>
            <a:ext cx="1651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BESS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847AB87-0C14-22EE-24C8-B1F016ADD76F}"/>
              </a:ext>
            </a:extLst>
          </p:cNvPr>
          <p:cNvCxnSpPr>
            <a:cxnSpLocks/>
            <a:stCxn id="48" idx="3"/>
            <a:endCxn id="43" idx="1"/>
          </p:cNvCxnSpPr>
          <p:nvPr/>
        </p:nvCxnSpPr>
        <p:spPr>
          <a:xfrm>
            <a:off x="9696550" y="11191021"/>
            <a:ext cx="620328" cy="7814"/>
          </a:xfrm>
          <a:prstGeom prst="line">
            <a:avLst/>
          </a:prstGeom>
          <a:ln w="381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674677F4-7627-DECE-BBC6-3BA77C4A87EE}"/>
              </a:ext>
            </a:extLst>
          </p:cNvPr>
          <p:cNvSpPr/>
          <p:nvPr/>
        </p:nvSpPr>
        <p:spPr>
          <a:xfrm>
            <a:off x="27362018" y="6425028"/>
            <a:ext cx="1590888" cy="13475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9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352A817-E9F0-5944-D81A-6F8BC11A6743}"/>
              </a:ext>
            </a:extLst>
          </p:cNvPr>
          <p:cNvSpPr txBox="1"/>
          <p:nvPr/>
        </p:nvSpPr>
        <p:spPr>
          <a:xfrm>
            <a:off x="27362018" y="6744841"/>
            <a:ext cx="1651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BESS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CE3D354-7C79-03AA-9AA7-9130DE679D16}"/>
              </a:ext>
            </a:extLst>
          </p:cNvPr>
          <p:cNvSpPr/>
          <p:nvPr/>
        </p:nvSpPr>
        <p:spPr>
          <a:xfrm>
            <a:off x="-487730" y="6106522"/>
            <a:ext cx="1590888" cy="13475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9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0DC097D-0B96-396C-DECB-0838843CB113}"/>
              </a:ext>
            </a:extLst>
          </p:cNvPr>
          <p:cNvSpPr txBox="1"/>
          <p:nvPr/>
        </p:nvSpPr>
        <p:spPr>
          <a:xfrm>
            <a:off x="-487730" y="6426335"/>
            <a:ext cx="1651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BESS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559A058-2F09-E045-AADE-8BFC00FD1A4F}"/>
              </a:ext>
            </a:extLst>
          </p:cNvPr>
          <p:cNvSpPr txBox="1"/>
          <p:nvPr/>
        </p:nvSpPr>
        <p:spPr>
          <a:xfrm>
            <a:off x="1585836" y="6454005"/>
            <a:ext cx="5241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BESS Location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9716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57EBA-9E06-BBC2-0F26-941258331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9E5F318A-446C-2C14-4ECC-8FC63F5F46C7}"/>
              </a:ext>
            </a:extLst>
          </p:cNvPr>
          <p:cNvCxnSpPr>
            <a:cxnSpLocks/>
          </p:cNvCxnSpPr>
          <p:nvPr/>
        </p:nvCxnSpPr>
        <p:spPr>
          <a:xfrm rot="16200000" flipH="1">
            <a:off x="27131892" y="5399458"/>
            <a:ext cx="1278162" cy="772978"/>
          </a:xfrm>
          <a:prstGeom prst="bentConnector3">
            <a:avLst>
              <a:gd name="adj1" fmla="val 7076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6F10A944-64C8-E2BC-5985-64A28E677A2C}"/>
              </a:ext>
            </a:extLst>
          </p:cNvPr>
          <p:cNvCxnSpPr>
            <a:cxnSpLocks/>
          </p:cNvCxnSpPr>
          <p:nvPr/>
        </p:nvCxnSpPr>
        <p:spPr>
          <a:xfrm flipH="1">
            <a:off x="10339343" y="4567613"/>
            <a:ext cx="17031697" cy="0"/>
          </a:xfrm>
          <a:prstGeom prst="line">
            <a:avLst/>
          </a:prstGeom>
          <a:ln w="635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2851C0E-8EA4-8AE6-9526-462BCA218434}"/>
              </a:ext>
            </a:extLst>
          </p:cNvPr>
          <p:cNvCxnSpPr>
            <a:cxnSpLocks/>
          </p:cNvCxnSpPr>
          <p:nvPr/>
        </p:nvCxnSpPr>
        <p:spPr>
          <a:xfrm flipH="1">
            <a:off x="8916127" y="4567613"/>
            <a:ext cx="1423216" cy="0"/>
          </a:xfrm>
          <a:prstGeom prst="line">
            <a:avLst/>
          </a:prstGeom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1" name="Rectangle 280">
            <a:extLst>
              <a:ext uri="{FF2B5EF4-FFF2-40B4-BE49-F238E27FC236}">
                <a16:creationId xmlns:a16="http://schemas.microsoft.com/office/drawing/2014/main" id="{AD79E80C-2452-98AA-5707-E6B3E2F74020}"/>
              </a:ext>
            </a:extLst>
          </p:cNvPr>
          <p:cNvSpPr/>
          <p:nvPr/>
        </p:nvSpPr>
        <p:spPr>
          <a:xfrm>
            <a:off x="23812074" y="10199417"/>
            <a:ext cx="12535325" cy="326105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9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1E12C22-E2C1-A697-359F-FC6C7D5B8D64}"/>
              </a:ext>
            </a:extLst>
          </p:cNvPr>
          <p:cNvSpPr/>
          <p:nvPr/>
        </p:nvSpPr>
        <p:spPr>
          <a:xfrm>
            <a:off x="502928" y="3847533"/>
            <a:ext cx="1440183" cy="1440183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>
                <a:solidFill>
                  <a:schemeClr val="tx1"/>
                </a:solidFill>
              </a:rPr>
              <a:t>~</a:t>
            </a:r>
            <a:endParaRPr lang="en-AU" sz="8000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F2F69CA-50FC-8807-3A2C-A8A21A7980B9}"/>
              </a:ext>
            </a:extLst>
          </p:cNvPr>
          <p:cNvCxnSpPr/>
          <p:nvPr/>
        </p:nvCxnSpPr>
        <p:spPr>
          <a:xfrm>
            <a:off x="3223263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5A8D303-6B35-76BD-D829-5D5C83BC9181}"/>
              </a:ext>
            </a:extLst>
          </p:cNvPr>
          <p:cNvCxnSpPr/>
          <p:nvPr/>
        </p:nvCxnSpPr>
        <p:spPr>
          <a:xfrm>
            <a:off x="4646479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7" name="TextBox 246">
            <a:extLst>
              <a:ext uri="{FF2B5EF4-FFF2-40B4-BE49-F238E27FC236}">
                <a16:creationId xmlns:a16="http://schemas.microsoft.com/office/drawing/2014/main" id="{53F749E7-1424-FA7C-8C6A-24C8BA0BBD11}"/>
              </a:ext>
            </a:extLst>
          </p:cNvPr>
          <p:cNvSpPr txBox="1"/>
          <p:nvPr/>
        </p:nvSpPr>
        <p:spPr>
          <a:xfrm>
            <a:off x="32877590" y="10473953"/>
            <a:ext cx="346980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Voltage Critical Bus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068CA0EA-9DAC-B188-F61F-9B6F10A6B3DF}"/>
              </a:ext>
            </a:extLst>
          </p:cNvPr>
          <p:cNvSpPr txBox="1"/>
          <p:nvPr/>
        </p:nvSpPr>
        <p:spPr>
          <a:xfrm>
            <a:off x="32877590" y="11713673"/>
            <a:ext cx="5241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EVCS Critical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AED415FD-0543-FBEA-F5C5-63AC2260A803}"/>
              </a:ext>
            </a:extLst>
          </p:cNvPr>
          <p:cNvCxnSpPr>
            <a:cxnSpLocks/>
            <a:endCxn id="15" idx="6"/>
          </p:cNvCxnSpPr>
          <p:nvPr/>
        </p:nvCxnSpPr>
        <p:spPr>
          <a:xfrm flipH="1">
            <a:off x="1943103" y="4567613"/>
            <a:ext cx="1280160" cy="0"/>
          </a:xfrm>
          <a:prstGeom prst="line">
            <a:avLst/>
          </a:prstGeom>
          <a:ln w="635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01744EFB-86F5-3A65-7A4D-CA5E14ACDE17}"/>
              </a:ext>
            </a:extLst>
          </p:cNvPr>
          <p:cNvCxnSpPr>
            <a:cxnSpLocks/>
          </p:cNvCxnSpPr>
          <p:nvPr/>
        </p:nvCxnSpPr>
        <p:spPr>
          <a:xfrm flipH="1">
            <a:off x="30624159" y="12792734"/>
            <a:ext cx="1988822" cy="0"/>
          </a:xfrm>
          <a:prstGeom prst="line">
            <a:avLst/>
          </a:prstGeom>
          <a:ln w="3810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9" name="TextBox 278">
            <a:extLst>
              <a:ext uri="{FF2B5EF4-FFF2-40B4-BE49-F238E27FC236}">
                <a16:creationId xmlns:a16="http://schemas.microsoft.com/office/drawing/2014/main" id="{414BABE6-3EEC-2FAA-AA25-7C5FEA99C14A}"/>
              </a:ext>
            </a:extLst>
          </p:cNvPr>
          <p:cNvSpPr txBox="1"/>
          <p:nvPr/>
        </p:nvSpPr>
        <p:spPr>
          <a:xfrm>
            <a:off x="32877590" y="12490322"/>
            <a:ext cx="5241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Base Critical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355E7A5-BF3D-BE6B-1048-A342982D9AB0}"/>
              </a:ext>
            </a:extLst>
          </p:cNvPr>
          <p:cNvCxnSpPr>
            <a:cxnSpLocks/>
          </p:cNvCxnSpPr>
          <p:nvPr/>
        </p:nvCxnSpPr>
        <p:spPr>
          <a:xfrm flipH="1">
            <a:off x="3223263" y="4567613"/>
            <a:ext cx="1423216" cy="0"/>
          </a:xfrm>
          <a:prstGeom prst="line">
            <a:avLst/>
          </a:prstGeom>
          <a:ln w="635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9FC44BE-BA8A-5A6D-BBBD-2E47B249D5AC}"/>
              </a:ext>
            </a:extLst>
          </p:cNvPr>
          <p:cNvCxnSpPr/>
          <p:nvPr/>
        </p:nvCxnSpPr>
        <p:spPr>
          <a:xfrm>
            <a:off x="6069695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6A46541-D338-C2DE-BCF6-214A22E3BACA}"/>
              </a:ext>
            </a:extLst>
          </p:cNvPr>
          <p:cNvCxnSpPr>
            <a:cxnSpLocks/>
          </p:cNvCxnSpPr>
          <p:nvPr/>
        </p:nvCxnSpPr>
        <p:spPr>
          <a:xfrm flipH="1">
            <a:off x="4646479" y="4567613"/>
            <a:ext cx="1423216" cy="0"/>
          </a:xfrm>
          <a:prstGeom prst="line">
            <a:avLst/>
          </a:prstGeom>
          <a:ln w="3810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E66F15B-DF7A-D976-17A5-5FB14C6A5FC5}"/>
              </a:ext>
            </a:extLst>
          </p:cNvPr>
          <p:cNvCxnSpPr/>
          <p:nvPr/>
        </p:nvCxnSpPr>
        <p:spPr>
          <a:xfrm>
            <a:off x="7492911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F417B46-3814-D99C-87D9-A5BDC85096C7}"/>
              </a:ext>
            </a:extLst>
          </p:cNvPr>
          <p:cNvCxnSpPr>
            <a:cxnSpLocks/>
          </p:cNvCxnSpPr>
          <p:nvPr/>
        </p:nvCxnSpPr>
        <p:spPr>
          <a:xfrm flipH="1">
            <a:off x="6069695" y="4567613"/>
            <a:ext cx="1423216" cy="0"/>
          </a:xfrm>
          <a:prstGeom prst="line">
            <a:avLst/>
          </a:prstGeom>
          <a:ln w="635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F6E67FE-5460-DD44-9A63-410C7D3D1F57}"/>
              </a:ext>
            </a:extLst>
          </p:cNvPr>
          <p:cNvCxnSpPr/>
          <p:nvPr/>
        </p:nvCxnSpPr>
        <p:spPr>
          <a:xfrm>
            <a:off x="8916127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7CE3A40-6821-1061-BFA3-633E7E1B1A7E}"/>
              </a:ext>
            </a:extLst>
          </p:cNvPr>
          <p:cNvCxnSpPr>
            <a:cxnSpLocks/>
          </p:cNvCxnSpPr>
          <p:nvPr/>
        </p:nvCxnSpPr>
        <p:spPr>
          <a:xfrm flipH="1">
            <a:off x="7492911" y="4567613"/>
            <a:ext cx="1423216" cy="0"/>
          </a:xfrm>
          <a:prstGeom prst="line">
            <a:avLst/>
          </a:prstGeom>
          <a:ln w="635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4DA59C0-2D11-C429-20F6-08DF2DADBCA8}"/>
              </a:ext>
            </a:extLst>
          </p:cNvPr>
          <p:cNvCxnSpPr/>
          <p:nvPr/>
        </p:nvCxnSpPr>
        <p:spPr>
          <a:xfrm>
            <a:off x="10339343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1471F23-8199-0875-C893-6F8A98DB6D5C}"/>
              </a:ext>
            </a:extLst>
          </p:cNvPr>
          <p:cNvCxnSpPr/>
          <p:nvPr/>
        </p:nvCxnSpPr>
        <p:spPr>
          <a:xfrm>
            <a:off x="11762559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410FD24-13D0-017E-B78E-58AB9E46D2E2}"/>
              </a:ext>
            </a:extLst>
          </p:cNvPr>
          <p:cNvCxnSpPr/>
          <p:nvPr/>
        </p:nvCxnSpPr>
        <p:spPr>
          <a:xfrm>
            <a:off x="13185775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54844D5-DC0F-2E89-2AB8-D4A46ED4DFE6}"/>
              </a:ext>
            </a:extLst>
          </p:cNvPr>
          <p:cNvCxnSpPr/>
          <p:nvPr/>
        </p:nvCxnSpPr>
        <p:spPr>
          <a:xfrm>
            <a:off x="14608991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84E653E-9C04-C872-4BA2-454D55900C6D}"/>
              </a:ext>
            </a:extLst>
          </p:cNvPr>
          <p:cNvCxnSpPr/>
          <p:nvPr/>
        </p:nvCxnSpPr>
        <p:spPr>
          <a:xfrm>
            <a:off x="16032207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C5F98B0-E673-1A35-81CA-2087DAEB5B13}"/>
              </a:ext>
            </a:extLst>
          </p:cNvPr>
          <p:cNvCxnSpPr/>
          <p:nvPr/>
        </p:nvCxnSpPr>
        <p:spPr>
          <a:xfrm>
            <a:off x="17455423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8A0F68E9-324A-FB05-8793-246A4368E894}"/>
              </a:ext>
            </a:extLst>
          </p:cNvPr>
          <p:cNvCxnSpPr>
            <a:cxnSpLocks/>
          </p:cNvCxnSpPr>
          <p:nvPr/>
        </p:nvCxnSpPr>
        <p:spPr>
          <a:xfrm>
            <a:off x="4646479" y="5486400"/>
            <a:ext cx="5692864" cy="3057408"/>
          </a:xfrm>
          <a:prstGeom prst="bentConnector3">
            <a:avLst>
              <a:gd name="adj1" fmla="val 13949"/>
            </a:avLst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9EB173D3-3B20-18EA-BFF9-96661EAF850B}"/>
              </a:ext>
            </a:extLst>
          </p:cNvPr>
          <p:cNvCxnSpPr/>
          <p:nvPr/>
        </p:nvCxnSpPr>
        <p:spPr>
          <a:xfrm>
            <a:off x="6069695" y="714032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E2D916CC-7B4C-FC32-9558-0BAA3D54D770}"/>
              </a:ext>
            </a:extLst>
          </p:cNvPr>
          <p:cNvSpPr txBox="1"/>
          <p:nvPr/>
        </p:nvSpPr>
        <p:spPr>
          <a:xfrm>
            <a:off x="6229265" y="677343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56456DED-0E05-B3A3-B71B-CA4BFA40BA3D}"/>
              </a:ext>
            </a:extLst>
          </p:cNvPr>
          <p:cNvCxnSpPr/>
          <p:nvPr/>
        </p:nvCxnSpPr>
        <p:spPr>
          <a:xfrm>
            <a:off x="7492911" y="714032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CBE48777-D14A-425E-B78E-6D1E64FD3CD4}"/>
              </a:ext>
            </a:extLst>
          </p:cNvPr>
          <p:cNvSpPr txBox="1"/>
          <p:nvPr/>
        </p:nvSpPr>
        <p:spPr>
          <a:xfrm>
            <a:off x="7652481" y="677343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A75C4CEE-9536-D276-2355-3B01D6041C35}"/>
              </a:ext>
            </a:extLst>
          </p:cNvPr>
          <p:cNvCxnSpPr/>
          <p:nvPr/>
        </p:nvCxnSpPr>
        <p:spPr>
          <a:xfrm>
            <a:off x="8916127" y="714032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1324B975-83E1-E6E5-85EF-3CB10A4C653C}"/>
              </a:ext>
            </a:extLst>
          </p:cNvPr>
          <p:cNvSpPr txBox="1"/>
          <p:nvPr/>
        </p:nvSpPr>
        <p:spPr>
          <a:xfrm>
            <a:off x="9075697" y="677343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C2E71646-368C-E168-935E-7173A6D4F379}"/>
              </a:ext>
            </a:extLst>
          </p:cNvPr>
          <p:cNvCxnSpPr/>
          <p:nvPr/>
        </p:nvCxnSpPr>
        <p:spPr>
          <a:xfrm>
            <a:off x="10339343" y="714032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F977A96A-3974-1A6E-E646-37C9B9AEBF65}"/>
              </a:ext>
            </a:extLst>
          </p:cNvPr>
          <p:cNvSpPr txBox="1"/>
          <p:nvPr/>
        </p:nvSpPr>
        <p:spPr>
          <a:xfrm>
            <a:off x="10498913" y="677343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9B1F4C4D-88E1-FAAE-1742-B38983BAD7B3}"/>
              </a:ext>
            </a:extLst>
          </p:cNvPr>
          <p:cNvCxnSpPr>
            <a:cxnSpLocks/>
          </p:cNvCxnSpPr>
          <p:nvPr/>
        </p:nvCxnSpPr>
        <p:spPr>
          <a:xfrm>
            <a:off x="10339342" y="5486400"/>
            <a:ext cx="12808945" cy="3057408"/>
          </a:xfrm>
          <a:prstGeom prst="bentConnector3">
            <a:avLst>
              <a:gd name="adj1" fmla="val 7961"/>
            </a:avLst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9EC740A8-0E3F-A2D5-5CD7-AC615EA6B95A}"/>
              </a:ext>
            </a:extLst>
          </p:cNvPr>
          <p:cNvCxnSpPr>
            <a:cxnSpLocks/>
          </p:cNvCxnSpPr>
          <p:nvPr/>
        </p:nvCxnSpPr>
        <p:spPr>
          <a:xfrm>
            <a:off x="13185775" y="714032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656EF154-D69B-3D63-D960-9D706B11CA85}"/>
              </a:ext>
            </a:extLst>
          </p:cNvPr>
          <p:cNvSpPr txBox="1"/>
          <p:nvPr/>
        </p:nvSpPr>
        <p:spPr>
          <a:xfrm>
            <a:off x="13345345" y="677343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6F98451A-F339-0C85-E107-55B07724FA56}"/>
              </a:ext>
            </a:extLst>
          </p:cNvPr>
          <p:cNvCxnSpPr>
            <a:cxnSpLocks/>
          </p:cNvCxnSpPr>
          <p:nvPr/>
        </p:nvCxnSpPr>
        <p:spPr>
          <a:xfrm>
            <a:off x="14608991" y="714032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95D20D1C-3D98-9ED9-EAA1-460370A1C87C}"/>
              </a:ext>
            </a:extLst>
          </p:cNvPr>
          <p:cNvSpPr txBox="1"/>
          <p:nvPr/>
        </p:nvSpPr>
        <p:spPr>
          <a:xfrm>
            <a:off x="14768561" y="677343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B9EE7989-676B-3243-845A-EB0D03C7295D}"/>
              </a:ext>
            </a:extLst>
          </p:cNvPr>
          <p:cNvCxnSpPr>
            <a:cxnSpLocks/>
          </p:cNvCxnSpPr>
          <p:nvPr/>
        </p:nvCxnSpPr>
        <p:spPr>
          <a:xfrm flipH="1">
            <a:off x="13185775" y="8543808"/>
            <a:ext cx="1423216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B3DD6130-2EA1-6280-7612-DA1DB2FCC779}"/>
              </a:ext>
            </a:extLst>
          </p:cNvPr>
          <p:cNvCxnSpPr>
            <a:cxnSpLocks/>
          </p:cNvCxnSpPr>
          <p:nvPr/>
        </p:nvCxnSpPr>
        <p:spPr>
          <a:xfrm>
            <a:off x="16032207" y="714032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22950C80-FDCA-33C3-BA6E-490CDA0F7863}"/>
              </a:ext>
            </a:extLst>
          </p:cNvPr>
          <p:cNvSpPr txBox="1"/>
          <p:nvPr/>
        </p:nvSpPr>
        <p:spPr>
          <a:xfrm>
            <a:off x="16191777" y="677343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1EBD6CFD-28AB-8EA3-8FAF-AEF8732FECF5}"/>
              </a:ext>
            </a:extLst>
          </p:cNvPr>
          <p:cNvCxnSpPr>
            <a:cxnSpLocks/>
          </p:cNvCxnSpPr>
          <p:nvPr/>
        </p:nvCxnSpPr>
        <p:spPr>
          <a:xfrm flipH="1">
            <a:off x="14608991" y="8543808"/>
            <a:ext cx="1423216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6FC1B5F1-169E-7625-A1D7-807EB0A3906D}"/>
              </a:ext>
            </a:extLst>
          </p:cNvPr>
          <p:cNvCxnSpPr>
            <a:cxnSpLocks/>
          </p:cNvCxnSpPr>
          <p:nvPr/>
        </p:nvCxnSpPr>
        <p:spPr>
          <a:xfrm>
            <a:off x="17455423" y="714032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DEB8AA49-FBD7-3E64-3E8A-8EBA4BBEC9F5}"/>
              </a:ext>
            </a:extLst>
          </p:cNvPr>
          <p:cNvSpPr txBox="1"/>
          <p:nvPr/>
        </p:nvSpPr>
        <p:spPr>
          <a:xfrm>
            <a:off x="17614993" y="677343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DB503655-5592-8DB2-6CBC-225043BEC286}"/>
              </a:ext>
            </a:extLst>
          </p:cNvPr>
          <p:cNvCxnSpPr/>
          <p:nvPr/>
        </p:nvCxnSpPr>
        <p:spPr>
          <a:xfrm>
            <a:off x="18878639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22240949-CA69-1333-BD8C-B976C572F3C5}"/>
              </a:ext>
            </a:extLst>
          </p:cNvPr>
          <p:cNvCxnSpPr/>
          <p:nvPr/>
        </p:nvCxnSpPr>
        <p:spPr>
          <a:xfrm>
            <a:off x="20301855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5E956501-E5E0-CA21-4FCC-E410288404D4}"/>
              </a:ext>
            </a:extLst>
          </p:cNvPr>
          <p:cNvCxnSpPr>
            <a:cxnSpLocks/>
          </p:cNvCxnSpPr>
          <p:nvPr/>
        </p:nvCxnSpPr>
        <p:spPr>
          <a:xfrm>
            <a:off x="18878639" y="714032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E6CD84D3-F0A1-6E7A-6A6C-9AB2865E9E12}"/>
              </a:ext>
            </a:extLst>
          </p:cNvPr>
          <p:cNvSpPr txBox="1"/>
          <p:nvPr/>
        </p:nvSpPr>
        <p:spPr>
          <a:xfrm>
            <a:off x="19038209" y="677343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FDB6375B-1CF0-E748-DBCE-D86184E88A08}"/>
              </a:ext>
            </a:extLst>
          </p:cNvPr>
          <p:cNvCxnSpPr>
            <a:cxnSpLocks/>
          </p:cNvCxnSpPr>
          <p:nvPr/>
        </p:nvCxnSpPr>
        <p:spPr>
          <a:xfrm>
            <a:off x="20301855" y="714032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TextBox 157">
            <a:extLst>
              <a:ext uri="{FF2B5EF4-FFF2-40B4-BE49-F238E27FC236}">
                <a16:creationId xmlns:a16="http://schemas.microsoft.com/office/drawing/2014/main" id="{838672CF-9008-2A50-FFF4-02DF116DC694}"/>
              </a:ext>
            </a:extLst>
          </p:cNvPr>
          <p:cNvSpPr txBox="1"/>
          <p:nvPr/>
        </p:nvSpPr>
        <p:spPr>
          <a:xfrm>
            <a:off x="20461425" y="677343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5BAA20D2-C6F2-37B2-4B75-10284C83E0F0}"/>
              </a:ext>
            </a:extLst>
          </p:cNvPr>
          <p:cNvCxnSpPr>
            <a:cxnSpLocks/>
          </p:cNvCxnSpPr>
          <p:nvPr/>
        </p:nvCxnSpPr>
        <p:spPr>
          <a:xfrm>
            <a:off x="21725071" y="714032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TextBox 165">
            <a:extLst>
              <a:ext uri="{FF2B5EF4-FFF2-40B4-BE49-F238E27FC236}">
                <a16:creationId xmlns:a16="http://schemas.microsoft.com/office/drawing/2014/main" id="{4B050225-7EE2-CB22-B6B3-1136FF50DAB9}"/>
              </a:ext>
            </a:extLst>
          </p:cNvPr>
          <p:cNvSpPr txBox="1"/>
          <p:nvPr/>
        </p:nvSpPr>
        <p:spPr>
          <a:xfrm>
            <a:off x="21884641" y="677343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55416E31-C2ED-7D5C-8012-EA714F02EAA8}"/>
              </a:ext>
            </a:extLst>
          </p:cNvPr>
          <p:cNvCxnSpPr>
            <a:cxnSpLocks/>
          </p:cNvCxnSpPr>
          <p:nvPr/>
        </p:nvCxnSpPr>
        <p:spPr>
          <a:xfrm>
            <a:off x="23148287" y="714032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TextBox 169">
            <a:extLst>
              <a:ext uri="{FF2B5EF4-FFF2-40B4-BE49-F238E27FC236}">
                <a16:creationId xmlns:a16="http://schemas.microsoft.com/office/drawing/2014/main" id="{AF554B91-8473-38BF-4589-BFFBFE85A74E}"/>
              </a:ext>
            </a:extLst>
          </p:cNvPr>
          <p:cNvSpPr txBox="1"/>
          <p:nvPr/>
        </p:nvSpPr>
        <p:spPr>
          <a:xfrm>
            <a:off x="23307857" y="677343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33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9BDD18E9-4FA2-9C84-BEB2-116320DEF216}"/>
              </a:ext>
            </a:extLst>
          </p:cNvPr>
          <p:cNvCxnSpPr/>
          <p:nvPr/>
        </p:nvCxnSpPr>
        <p:spPr>
          <a:xfrm>
            <a:off x="7492089" y="-1158732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CE372E41-0C04-4313-4380-ACAF65609BC1}"/>
              </a:ext>
            </a:extLst>
          </p:cNvPr>
          <p:cNvSpPr txBox="1"/>
          <p:nvPr/>
        </p:nvSpPr>
        <p:spPr>
          <a:xfrm>
            <a:off x="7651659" y="-1525622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1296FA3A-07CB-3DFE-2318-525BCA349EF7}"/>
              </a:ext>
            </a:extLst>
          </p:cNvPr>
          <p:cNvCxnSpPr/>
          <p:nvPr/>
        </p:nvCxnSpPr>
        <p:spPr>
          <a:xfrm>
            <a:off x="8915305" y="-1158732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TextBox 176">
            <a:extLst>
              <a:ext uri="{FF2B5EF4-FFF2-40B4-BE49-F238E27FC236}">
                <a16:creationId xmlns:a16="http://schemas.microsoft.com/office/drawing/2014/main" id="{00852B6C-7D28-77FB-3778-C990E7455E26}"/>
              </a:ext>
            </a:extLst>
          </p:cNvPr>
          <p:cNvSpPr txBox="1"/>
          <p:nvPr/>
        </p:nvSpPr>
        <p:spPr>
          <a:xfrm>
            <a:off x="9074875" y="-1525622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033941B9-31A7-5312-2C2A-E5C924895E3C}"/>
              </a:ext>
            </a:extLst>
          </p:cNvPr>
          <p:cNvCxnSpPr/>
          <p:nvPr/>
        </p:nvCxnSpPr>
        <p:spPr>
          <a:xfrm>
            <a:off x="10338521" y="-1158732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TextBox 184">
            <a:extLst>
              <a:ext uri="{FF2B5EF4-FFF2-40B4-BE49-F238E27FC236}">
                <a16:creationId xmlns:a16="http://schemas.microsoft.com/office/drawing/2014/main" id="{C983B986-919C-62C0-5404-DA60ADE6EBFB}"/>
              </a:ext>
            </a:extLst>
          </p:cNvPr>
          <p:cNvSpPr txBox="1"/>
          <p:nvPr/>
        </p:nvSpPr>
        <p:spPr>
          <a:xfrm>
            <a:off x="10498091" y="-1525622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0DB9AD46-57B0-F0CB-1A20-A1CF6F544CD0}"/>
              </a:ext>
            </a:extLst>
          </p:cNvPr>
          <p:cNvCxnSpPr/>
          <p:nvPr/>
        </p:nvCxnSpPr>
        <p:spPr>
          <a:xfrm>
            <a:off x="21725071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4096F23B-175A-390A-2C37-6EB761D85799}"/>
              </a:ext>
            </a:extLst>
          </p:cNvPr>
          <p:cNvCxnSpPr/>
          <p:nvPr/>
        </p:nvCxnSpPr>
        <p:spPr>
          <a:xfrm>
            <a:off x="23148287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23BFB6F2-102D-720B-5C90-9912BB7E4296}"/>
              </a:ext>
            </a:extLst>
          </p:cNvPr>
          <p:cNvCxnSpPr/>
          <p:nvPr/>
        </p:nvCxnSpPr>
        <p:spPr>
          <a:xfrm>
            <a:off x="24504186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B7A94942-191E-F86B-CB11-F663BD7BDBD0}"/>
              </a:ext>
            </a:extLst>
          </p:cNvPr>
          <p:cNvCxnSpPr/>
          <p:nvPr/>
        </p:nvCxnSpPr>
        <p:spPr>
          <a:xfrm>
            <a:off x="25906266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A660A443-B31A-B67F-083F-4CF9C371B4B0}"/>
              </a:ext>
            </a:extLst>
          </p:cNvPr>
          <p:cNvCxnSpPr/>
          <p:nvPr/>
        </p:nvCxnSpPr>
        <p:spPr>
          <a:xfrm>
            <a:off x="27389626" y="3164133"/>
            <a:ext cx="0" cy="2743200"/>
          </a:xfrm>
          <a:prstGeom prst="line">
            <a:avLst/>
          </a:prstGeom>
          <a:ln w="1016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4" name="Rectangle 293">
            <a:extLst>
              <a:ext uri="{FF2B5EF4-FFF2-40B4-BE49-F238E27FC236}">
                <a16:creationId xmlns:a16="http://schemas.microsoft.com/office/drawing/2014/main" id="{42632DB7-4009-796E-F28B-39A73472FB8C}"/>
              </a:ext>
            </a:extLst>
          </p:cNvPr>
          <p:cNvSpPr/>
          <p:nvPr/>
        </p:nvSpPr>
        <p:spPr>
          <a:xfrm>
            <a:off x="16297183" y="840877"/>
            <a:ext cx="1590888" cy="134753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90"/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5A5E8B9B-B04D-7697-1FC4-D03EB2D2E480}"/>
              </a:ext>
            </a:extLst>
          </p:cNvPr>
          <p:cNvSpPr txBox="1"/>
          <p:nvPr/>
        </p:nvSpPr>
        <p:spPr>
          <a:xfrm>
            <a:off x="16297183" y="1160690"/>
            <a:ext cx="1651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EVCS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0" name="Connector: Elbow 309">
            <a:extLst>
              <a:ext uri="{FF2B5EF4-FFF2-40B4-BE49-F238E27FC236}">
                <a16:creationId xmlns:a16="http://schemas.microsoft.com/office/drawing/2014/main" id="{24200D6F-7584-3A23-F404-313634F282AA}"/>
              </a:ext>
            </a:extLst>
          </p:cNvPr>
          <p:cNvCxnSpPr>
            <a:cxnSpLocks/>
            <a:endCxn id="311" idx="0"/>
          </p:cNvCxnSpPr>
          <p:nvPr/>
        </p:nvCxnSpPr>
        <p:spPr>
          <a:xfrm rot="16200000" flipH="1">
            <a:off x="12955649" y="9499509"/>
            <a:ext cx="1278162" cy="772978"/>
          </a:xfrm>
          <a:prstGeom prst="bentConnector3">
            <a:avLst>
              <a:gd name="adj1" fmla="val 7076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1" name="Rectangle 310">
            <a:extLst>
              <a:ext uri="{FF2B5EF4-FFF2-40B4-BE49-F238E27FC236}">
                <a16:creationId xmlns:a16="http://schemas.microsoft.com/office/drawing/2014/main" id="{6B5D6FF0-57E5-3A9B-A320-D9B821061415}"/>
              </a:ext>
            </a:extLst>
          </p:cNvPr>
          <p:cNvSpPr/>
          <p:nvPr/>
        </p:nvSpPr>
        <p:spPr>
          <a:xfrm>
            <a:off x="13185775" y="10525079"/>
            <a:ext cx="1590888" cy="134753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90"/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7E73E6D7-2758-88B9-2FE4-154358D8F216}"/>
              </a:ext>
            </a:extLst>
          </p:cNvPr>
          <p:cNvSpPr txBox="1"/>
          <p:nvPr/>
        </p:nvSpPr>
        <p:spPr>
          <a:xfrm>
            <a:off x="13185775" y="10844892"/>
            <a:ext cx="1651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EVCS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260CE1F2-EA70-E6C7-8535-3F2EA220A7C5}"/>
              </a:ext>
            </a:extLst>
          </p:cNvPr>
          <p:cNvSpPr/>
          <p:nvPr/>
        </p:nvSpPr>
        <p:spPr>
          <a:xfrm>
            <a:off x="21969727" y="840877"/>
            <a:ext cx="1590888" cy="134753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90"/>
          </a:p>
        </p:txBody>
      </p:sp>
      <p:sp>
        <p:nvSpPr>
          <p:cNvPr id="349" name="TextBox 348">
            <a:extLst>
              <a:ext uri="{FF2B5EF4-FFF2-40B4-BE49-F238E27FC236}">
                <a16:creationId xmlns:a16="http://schemas.microsoft.com/office/drawing/2014/main" id="{024DBB19-C4A0-0AF5-E0A4-C9085463BD0B}"/>
              </a:ext>
            </a:extLst>
          </p:cNvPr>
          <p:cNvSpPr txBox="1"/>
          <p:nvPr/>
        </p:nvSpPr>
        <p:spPr>
          <a:xfrm>
            <a:off x="21969727" y="1160690"/>
            <a:ext cx="1651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EVCS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1" name="Rectangle 350">
            <a:extLst>
              <a:ext uri="{FF2B5EF4-FFF2-40B4-BE49-F238E27FC236}">
                <a16:creationId xmlns:a16="http://schemas.microsoft.com/office/drawing/2014/main" id="{6AA50BB2-71AF-6A0C-155D-C8EA61398E84}"/>
              </a:ext>
            </a:extLst>
          </p:cNvPr>
          <p:cNvSpPr/>
          <p:nvPr/>
        </p:nvSpPr>
        <p:spPr>
          <a:xfrm>
            <a:off x="10618699" y="840877"/>
            <a:ext cx="1590888" cy="134753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90"/>
          </a:p>
        </p:txBody>
      </p:sp>
      <p:sp>
        <p:nvSpPr>
          <p:cNvPr id="352" name="TextBox 351">
            <a:extLst>
              <a:ext uri="{FF2B5EF4-FFF2-40B4-BE49-F238E27FC236}">
                <a16:creationId xmlns:a16="http://schemas.microsoft.com/office/drawing/2014/main" id="{3433FC37-4CFF-672C-8B71-FEE88F941418}"/>
              </a:ext>
            </a:extLst>
          </p:cNvPr>
          <p:cNvSpPr txBox="1"/>
          <p:nvPr/>
        </p:nvSpPr>
        <p:spPr>
          <a:xfrm>
            <a:off x="10618699" y="1160690"/>
            <a:ext cx="1651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EVCS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58F01A12-1D00-24A6-47A2-309A5713206C}"/>
              </a:ext>
            </a:extLst>
          </p:cNvPr>
          <p:cNvSpPr txBox="1"/>
          <p:nvPr/>
        </p:nvSpPr>
        <p:spPr>
          <a:xfrm>
            <a:off x="3298295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D9EE5A01-D7DC-D096-B542-9F5653ADFBB1}"/>
              </a:ext>
            </a:extLst>
          </p:cNvPr>
          <p:cNvSpPr txBox="1"/>
          <p:nvPr/>
        </p:nvSpPr>
        <p:spPr>
          <a:xfrm>
            <a:off x="4806049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DE984A-2D83-D10E-3F63-BE20C472D837}"/>
              </a:ext>
            </a:extLst>
          </p:cNvPr>
          <p:cNvSpPr txBox="1"/>
          <p:nvPr/>
        </p:nvSpPr>
        <p:spPr>
          <a:xfrm>
            <a:off x="6229265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AA1266-A613-DB64-896C-EAF72A88EF6C}"/>
              </a:ext>
            </a:extLst>
          </p:cNvPr>
          <p:cNvSpPr txBox="1"/>
          <p:nvPr/>
        </p:nvSpPr>
        <p:spPr>
          <a:xfrm>
            <a:off x="7652481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4D0EA3-72E5-CDF5-F4CB-EA7F11C305F7}"/>
              </a:ext>
            </a:extLst>
          </p:cNvPr>
          <p:cNvSpPr txBox="1"/>
          <p:nvPr/>
        </p:nvSpPr>
        <p:spPr>
          <a:xfrm>
            <a:off x="9075697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9EC6C0-2BD4-7EA5-9865-398005F526DA}"/>
              </a:ext>
            </a:extLst>
          </p:cNvPr>
          <p:cNvSpPr txBox="1"/>
          <p:nvPr/>
        </p:nvSpPr>
        <p:spPr>
          <a:xfrm>
            <a:off x="10498913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E62C0F-EA0A-31FA-736B-08F80006D7A1}"/>
              </a:ext>
            </a:extLst>
          </p:cNvPr>
          <p:cNvSpPr txBox="1"/>
          <p:nvPr/>
        </p:nvSpPr>
        <p:spPr>
          <a:xfrm>
            <a:off x="11922129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99AFDDF-32F6-6FB5-3E6F-1834C5FE9B0B}"/>
              </a:ext>
            </a:extLst>
          </p:cNvPr>
          <p:cNvSpPr txBox="1"/>
          <p:nvPr/>
        </p:nvSpPr>
        <p:spPr>
          <a:xfrm>
            <a:off x="13345345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259904-20E7-43D9-FB80-5F6E71F0100D}"/>
              </a:ext>
            </a:extLst>
          </p:cNvPr>
          <p:cNvSpPr txBox="1"/>
          <p:nvPr/>
        </p:nvSpPr>
        <p:spPr>
          <a:xfrm>
            <a:off x="14768561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B0C518-F6DE-E33F-3AE0-DD98BEDA0DAB}"/>
              </a:ext>
            </a:extLst>
          </p:cNvPr>
          <p:cNvSpPr txBox="1"/>
          <p:nvPr/>
        </p:nvSpPr>
        <p:spPr>
          <a:xfrm>
            <a:off x="16191777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4DC92C3-6818-7D3F-9612-C4576CC9DF06}"/>
              </a:ext>
            </a:extLst>
          </p:cNvPr>
          <p:cNvSpPr txBox="1"/>
          <p:nvPr/>
        </p:nvSpPr>
        <p:spPr>
          <a:xfrm>
            <a:off x="17614993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BA5B2862-5A28-962C-951F-DC25648AB2D5}"/>
              </a:ext>
            </a:extLst>
          </p:cNvPr>
          <p:cNvSpPr txBox="1"/>
          <p:nvPr/>
        </p:nvSpPr>
        <p:spPr>
          <a:xfrm>
            <a:off x="19038209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658FB6D2-D2C8-04A8-FF45-B18953518C4B}"/>
              </a:ext>
            </a:extLst>
          </p:cNvPr>
          <p:cNvSpPr txBox="1"/>
          <p:nvPr/>
        </p:nvSpPr>
        <p:spPr>
          <a:xfrm>
            <a:off x="20461425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35AFA76A-D470-244B-ED01-84F5786AF594}"/>
              </a:ext>
            </a:extLst>
          </p:cNvPr>
          <p:cNvSpPr txBox="1"/>
          <p:nvPr/>
        </p:nvSpPr>
        <p:spPr>
          <a:xfrm>
            <a:off x="21884641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25DDA5E0-8C75-E2E9-EF29-F0F141563CA8}"/>
              </a:ext>
            </a:extLst>
          </p:cNvPr>
          <p:cNvSpPr txBox="1"/>
          <p:nvPr/>
        </p:nvSpPr>
        <p:spPr>
          <a:xfrm>
            <a:off x="23307857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BC79176E-B589-863F-17BE-E7707FB4E7AA}"/>
              </a:ext>
            </a:extLst>
          </p:cNvPr>
          <p:cNvSpPr txBox="1"/>
          <p:nvPr/>
        </p:nvSpPr>
        <p:spPr>
          <a:xfrm>
            <a:off x="24663756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9B5D537A-18ED-6B39-4277-B9338097E776}"/>
              </a:ext>
            </a:extLst>
          </p:cNvPr>
          <p:cNvSpPr txBox="1"/>
          <p:nvPr/>
        </p:nvSpPr>
        <p:spPr>
          <a:xfrm>
            <a:off x="26065836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D9843D50-E569-1866-CE1C-C3F24678F1E4}"/>
              </a:ext>
            </a:extLst>
          </p:cNvPr>
          <p:cNvSpPr txBox="1"/>
          <p:nvPr/>
        </p:nvSpPr>
        <p:spPr>
          <a:xfrm>
            <a:off x="27549196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8" name="Connector: Elbow 337">
            <a:extLst>
              <a:ext uri="{FF2B5EF4-FFF2-40B4-BE49-F238E27FC236}">
                <a16:creationId xmlns:a16="http://schemas.microsoft.com/office/drawing/2014/main" id="{6296C1F0-D50C-0DF7-D495-332D6E131CDE}"/>
              </a:ext>
            </a:extLst>
          </p:cNvPr>
          <p:cNvCxnSpPr>
            <a:cxnSpLocks/>
            <a:endCxn id="294" idx="2"/>
          </p:cNvCxnSpPr>
          <p:nvPr/>
        </p:nvCxnSpPr>
        <p:spPr>
          <a:xfrm rot="5400000" flipH="1" flipV="1">
            <a:off x="15743015" y="2497922"/>
            <a:ext cx="1659124" cy="1040100"/>
          </a:xfrm>
          <a:prstGeom prst="bentConnector3">
            <a:avLst>
              <a:gd name="adj1" fmla="val -215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: Elbow 349">
            <a:extLst>
              <a:ext uri="{FF2B5EF4-FFF2-40B4-BE49-F238E27FC236}">
                <a16:creationId xmlns:a16="http://schemas.microsoft.com/office/drawing/2014/main" id="{5775BE0C-C5BE-A609-F3BB-42861549E9FE}"/>
              </a:ext>
            </a:extLst>
          </p:cNvPr>
          <p:cNvCxnSpPr>
            <a:cxnSpLocks/>
            <a:endCxn id="348" idx="2"/>
          </p:cNvCxnSpPr>
          <p:nvPr/>
        </p:nvCxnSpPr>
        <p:spPr>
          <a:xfrm rot="5400000" flipH="1" flipV="1">
            <a:off x="21415559" y="2497922"/>
            <a:ext cx="1659124" cy="1040100"/>
          </a:xfrm>
          <a:prstGeom prst="bentConnector3">
            <a:avLst>
              <a:gd name="adj1" fmla="val -215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: Elbow 352">
            <a:extLst>
              <a:ext uri="{FF2B5EF4-FFF2-40B4-BE49-F238E27FC236}">
                <a16:creationId xmlns:a16="http://schemas.microsoft.com/office/drawing/2014/main" id="{6758A4A0-EEF5-3B96-2553-E333A5F68356}"/>
              </a:ext>
            </a:extLst>
          </p:cNvPr>
          <p:cNvCxnSpPr>
            <a:cxnSpLocks/>
            <a:endCxn id="351" idx="2"/>
          </p:cNvCxnSpPr>
          <p:nvPr/>
        </p:nvCxnSpPr>
        <p:spPr>
          <a:xfrm rot="5400000" flipH="1" flipV="1">
            <a:off x="10064531" y="2497922"/>
            <a:ext cx="1659124" cy="1040100"/>
          </a:xfrm>
          <a:prstGeom prst="bentConnector3">
            <a:avLst>
              <a:gd name="adj1" fmla="val -215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4" name="Rectangle 353">
            <a:extLst>
              <a:ext uri="{FF2B5EF4-FFF2-40B4-BE49-F238E27FC236}">
                <a16:creationId xmlns:a16="http://schemas.microsoft.com/office/drawing/2014/main" id="{386CFE59-E70A-C1AF-0DD5-2806A719ACAC}"/>
              </a:ext>
            </a:extLst>
          </p:cNvPr>
          <p:cNvSpPr/>
          <p:nvPr/>
        </p:nvSpPr>
        <p:spPr>
          <a:xfrm>
            <a:off x="24055448" y="11973321"/>
            <a:ext cx="1590888" cy="134753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90"/>
          </a:p>
        </p:txBody>
      </p:sp>
      <p:sp>
        <p:nvSpPr>
          <p:cNvPr id="355" name="TextBox 354">
            <a:extLst>
              <a:ext uri="{FF2B5EF4-FFF2-40B4-BE49-F238E27FC236}">
                <a16:creationId xmlns:a16="http://schemas.microsoft.com/office/drawing/2014/main" id="{42DC89C4-9F7A-999B-AC5B-6DA34DB491DA}"/>
              </a:ext>
            </a:extLst>
          </p:cNvPr>
          <p:cNvSpPr txBox="1"/>
          <p:nvPr/>
        </p:nvSpPr>
        <p:spPr>
          <a:xfrm>
            <a:off x="24055448" y="12293134"/>
            <a:ext cx="1651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EVCS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6" name="TextBox 355">
            <a:extLst>
              <a:ext uri="{FF2B5EF4-FFF2-40B4-BE49-F238E27FC236}">
                <a16:creationId xmlns:a16="http://schemas.microsoft.com/office/drawing/2014/main" id="{9091D83F-66A3-6A09-8840-C6BD66354E45}"/>
              </a:ext>
            </a:extLst>
          </p:cNvPr>
          <p:cNvSpPr txBox="1"/>
          <p:nvPr/>
        </p:nvSpPr>
        <p:spPr>
          <a:xfrm>
            <a:off x="26129014" y="12320804"/>
            <a:ext cx="5241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EVCS Location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7" name="Straight Connector 356">
            <a:extLst>
              <a:ext uri="{FF2B5EF4-FFF2-40B4-BE49-F238E27FC236}">
                <a16:creationId xmlns:a16="http://schemas.microsoft.com/office/drawing/2014/main" id="{63CAAF02-4E49-FE5A-4C15-2F1BDCC67476}"/>
              </a:ext>
            </a:extLst>
          </p:cNvPr>
          <p:cNvCxnSpPr>
            <a:cxnSpLocks/>
          </p:cNvCxnSpPr>
          <p:nvPr/>
        </p:nvCxnSpPr>
        <p:spPr>
          <a:xfrm flipH="1">
            <a:off x="30624159" y="12038119"/>
            <a:ext cx="1988822" cy="0"/>
          </a:xfrm>
          <a:prstGeom prst="line">
            <a:avLst/>
          </a:prstGeom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8" name="Straight Connector 357">
            <a:extLst>
              <a:ext uri="{FF2B5EF4-FFF2-40B4-BE49-F238E27FC236}">
                <a16:creationId xmlns:a16="http://schemas.microsoft.com/office/drawing/2014/main" id="{8BE2F50F-A7B1-ED93-A602-CF8371EF698F}"/>
              </a:ext>
            </a:extLst>
          </p:cNvPr>
          <p:cNvCxnSpPr>
            <a:cxnSpLocks/>
          </p:cNvCxnSpPr>
          <p:nvPr/>
        </p:nvCxnSpPr>
        <p:spPr>
          <a:xfrm flipH="1">
            <a:off x="30624159" y="11158200"/>
            <a:ext cx="1985124" cy="0"/>
          </a:xfrm>
          <a:prstGeom prst="line">
            <a:avLst/>
          </a:prstGeom>
          <a:ln w="1016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Connector: Elbow 413">
            <a:extLst>
              <a:ext uri="{FF2B5EF4-FFF2-40B4-BE49-F238E27FC236}">
                <a16:creationId xmlns:a16="http://schemas.microsoft.com/office/drawing/2014/main" id="{288F7825-6725-272A-53BA-F9E30EE94596}"/>
              </a:ext>
            </a:extLst>
          </p:cNvPr>
          <p:cNvCxnSpPr>
            <a:cxnSpLocks/>
          </p:cNvCxnSpPr>
          <p:nvPr/>
        </p:nvCxnSpPr>
        <p:spPr>
          <a:xfrm flipV="1">
            <a:off x="6047737" y="177709"/>
            <a:ext cx="4277452" cy="3655646"/>
          </a:xfrm>
          <a:prstGeom prst="bentConnector3">
            <a:avLst>
              <a:gd name="adj1" fmla="val 22416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8641558B-105D-F51A-4519-AAC55941B30F}"/>
              </a:ext>
            </a:extLst>
          </p:cNvPr>
          <p:cNvSpPr/>
          <p:nvPr/>
        </p:nvSpPr>
        <p:spPr>
          <a:xfrm>
            <a:off x="12936002" y="840877"/>
            <a:ext cx="1590888" cy="13475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9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4A8016-F1B3-4BC2-EADB-0E19B9E0B7D0}"/>
              </a:ext>
            </a:extLst>
          </p:cNvPr>
          <p:cNvSpPr txBox="1"/>
          <p:nvPr/>
        </p:nvSpPr>
        <p:spPr>
          <a:xfrm>
            <a:off x="12936002" y="1160690"/>
            <a:ext cx="1651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BESS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B7DE457-6476-7DBA-6580-8CAC5CDE6022}"/>
              </a:ext>
            </a:extLst>
          </p:cNvPr>
          <p:cNvCxnSpPr>
            <a:stCxn id="26" idx="1"/>
            <a:endCxn id="352" idx="3"/>
          </p:cNvCxnSpPr>
          <p:nvPr/>
        </p:nvCxnSpPr>
        <p:spPr>
          <a:xfrm flipH="1">
            <a:off x="12270547" y="1514633"/>
            <a:ext cx="665455" cy="0"/>
          </a:xfrm>
          <a:prstGeom prst="line">
            <a:avLst/>
          </a:prstGeom>
          <a:ln w="381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F0E784EB-A6E4-21FB-04CD-42FDCB58833E}"/>
              </a:ext>
            </a:extLst>
          </p:cNvPr>
          <p:cNvSpPr/>
          <p:nvPr/>
        </p:nvSpPr>
        <p:spPr>
          <a:xfrm>
            <a:off x="18561075" y="840877"/>
            <a:ext cx="1590888" cy="13475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9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4F99957-1227-F14F-8F50-4F934912253E}"/>
              </a:ext>
            </a:extLst>
          </p:cNvPr>
          <p:cNvSpPr txBox="1"/>
          <p:nvPr/>
        </p:nvSpPr>
        <p:spPr>
          <a:xfrm>
            <a:off x="18561075" y="1160690"/>
            <a:ext cx="1651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BESS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7DA7583-F30B-E29B-89C2-99AA1B35B0D3}"/>
              </a:ext>
            </a:extLst>
          </p:cNvPr>
          <p:cNvCxnSpPr>
            <a:cxnSpLocks/>
            <a:stCxn id="36" idx="1"/>
          </p:cNvCxnSpPr>
          <p:nvPr/>
        </p:nvCxnSpPr>
        <p:spPr>
          <a:xfrm flipH="1">
            <a:off x="17895620" y="1514633"/>
            <a:ext cx="665455" cy="0"/>
          </a:xfrm>
          <a:prstGeom prst="line">
            <a:avLst/>
          </a:prstGeom>
          <a:ln w="381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5704C734-371D-F967-1AB9-BF9062595B60}"/>
              </a:ext>
            </a:extLst>
          </p:cNvPr>
          <p:cNvSpPr/>
          <p:nvPr/>
        </p:nvSpPr>
        <p:spPr>
          <a:xfrm>
            <a:off x="24224467" y="840877"/>
            <a:ext cx="1590888" cy="13475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9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2D18BCE-EA16-B7EF-0EDB-F92A1A9A879F}"/>
              </a:ext>
            </a:extLst>
          </p:cNvPr>
          <p:cNvSpPr txBox="1"/>
          <p:nvPr/>
        </p:nvSpPr>
        <p:spPr>
          <a:xfrm>
            <a:off x="24224467" y="1160690"/>
            <a:ext cx="1651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BESS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D47F604-1E8A-C7E5-53D8-551C14540285}"/>
              </a:ext>
            </a:extLst>
          </p:cNvPr>
          <p:cNvCxnSpPr>
            <a:cxnSpLocks/>
            <a:stCxn id="39" idx="1"/>
          </p:cNvCxnSpPr>
          <p:nvPr/>
        </p:nvCxnSpPr>
        <p:spPr>
          <a:xfrm flipH="1">
            <a:off x="23559012" y="1514633"/>
            <a:ext cx="665455" cy="0"/>
          </a:xfrm>
          <a:prstGeom prst="line">
            <a:avLst/>
          </a:prstGeom>
          <a:ln w="381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4E774B48-A0E6-48D1-49E9-59D2E832D96C}"/>
              </a:ext>
            </a:extLst>
          </p:cNvPr>
          <p:cNvCxnSpPr>
            <a:cxnSpLocks/>
            <a:endCxn id="42" idx="0"/>
          </p:cNvCxnSpPr>
          <p:nvPr/>
        </p:nvCxnSpPr>
        <p:spPr>
          <a:xfrm rot="16200000" flipH="1">
            <a:off x="10086752" y="9499509"/>
            <a:ext cx="1278162" cy="772978"/>
          </a:xfrm>
          <a:prstGeom prst="bentConnector3">
            <a:avLst>
              <a:gd name="adj1" fmla="val 7076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6F6F4674-4579-DF99-CE27-CD2B1A85C639}"/>
              </a:ext>
            </a:extLst>
          </p:cNvPr>
          <p:cNvSpPr/>
          <p:nvPr/>
        </p:nvSpPr>
        <p:spPr>
          <a:xfrm>
            <a:off x="10316878" y="10525079"/>
            <a:ext cx="1590888" cy="134753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9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69713A4-6CC2-40DE-95F7-FE8BB89EFCAE}"/>
              </a:ext>
            </a:extLst>
          </p:cNvPr>
          <p:cNvSpPr txBox="1"/>
          <p:nvPr/>
        </p:nvSpPr>
        <p:spPr>
          <a:xfrm>
            <a:off x="10316878" y="10844892"/>
            <a:ext cx="1651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EVCS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AC8002C-F1C6-82FF-DF3D-4F25E023AE90}"/>
              </a:ext>
            </a:extLst>
          </p:cNvPr>
          <p:cNvSpPr/>
          <p:nvPr/>
        </p:nvSpPr>
        <p:spPr>
          <a:xfrm>
            <a:off x="15455682" y="10517265"/>
            <a:ext cx="1590888" cy="13475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9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D27309C-085F-F86F-A4F5-B3F85D24E0EB}"/>
              </a:ext>
            </a:extLst>
          </p:cNvPr>
          <p:cNvSpPr txBox="1"/>
          <p:nvPr/>
        </p:nvSpPr>
        <p:spPr>
          <a:xfrm>
            <a:off x="15455682" y="10837078"/>
            <a:ext cx="1651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BESS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2533208-999B-5640-396F-E3F0C3F63C8E}"/>
              </a:ext>
            </a:extLst>
          </p:cNvPr>
          <p:cNvCxnSpPr>
            <a:stCxn id="45" idx="1"/>
          </p:cNvCxnSpPr>
          <p:nvPr/>
        </p:nvCxnSpPr>
        <p:spPr>
          <a:xfrm flipH="1">
            <a:off x="14790227" y="11191021"/>
            <a:ext cx="665455" cy="0"/>
          </a:xfrm>
          <a:prstGeom prst="line">
            <a:avLst/>
          </a:prstGeom>
          <a:ln w="381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A25F2B02-666F-6A7D-059B-8C5223FE3139}"/>
              </a:ext>
            </a:extLst>
          </p:cNvPr>
          <p:cNvSpPr/>
          <p:nvPr/>
        </p:nvSpPr>
        <p:spPr>
          <a:xfrm>
            <a:off x="8044702" y="10517265"/>
            <a:ext cx="1590888" cy="13475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9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4B19298-BEBA-81DB-786C-C145B761C90F}"/>
              </a:ext>
            </a:extLst>
          </p:cNvPr>
          <p:cNvSpPr txBox="1"/>
          <p:nvPr/>
        </p:nvSpPr>
        <p:spPr>
          <a:xfrm>
            <a:off x="8044702" y="10837078"/>
            <a:ext cx="1651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BESS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14CCEF9-AAD4-21E4-6417-E7DD4ECEDFCE}"/>
              </a:ext>
            </a:extLst>
          </p:cNvPr>
          <p:cNvCxnSpPr>
            <a:cxnSpLocks/>
            <a:stCxn id="48" idx="3"/>
            <a:endCxn id="43" idx="1"/>
          </p:cNvCxnSpPr>
          <p:nvPr/>
        </p:nvCxnSpPr>
        <p:spPr>
          <a:xfrm>
            <a:off x="9696550" y="11191021"/>
            <a:ext cx="620328" cy="7814"/>
          </a:xfrm>
          <a:prstGeom prst="line">
            <a:avLst/>
          </a:prstGeom>
          <a:ln w="381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4E4E75F2-4293-DAB4-7DC0-0FF330C08049}"/>
              </a:ext>
            </a:extLst>
          </p:cNvPr>
          <p:cNvSpPr/>
          <p:nvPr/>
        </p:nvSpPr>
        <p:spPr>
          <a:xfrm>
            <a:off x="27362018" y="6425028"/>
            <a:ext cx="1590888" cy="13475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9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25623D7-AB22-95D9-D022-2D6F756B0133}"/>
              </a:ext>
            </a:extLst>
          </p:cNvPr>
          <p:cNvSpPr txBox="1"/>
          <p:nvPr/>
        </p:nvSpPr>
        <p:spPr>
          <a:xfrm>
            <a:off x="27362018" y="6744841"/>
            <a:ext cx="1651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BESS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897169D-AF67-0328-DDA0-0A268B6F9D48}"/>
              </a:ext>
            </a:extLst>
          </p:cNvPr>
          <p:cNvSpPr/>
          <p:nvPr/>
        </p:nvSpPr>
        <p:spPr>
          <a:xfrm>
            <a:off x="24055448" y="10298142"/>
            <a:ext cx="1590888" cy="13475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9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6DD72B7-AE02-F699-F3D7-E34178F63677}"/>
              </a:ext>
            </a:extLst>
          </p:cNvPr>
          <p:cNvSpPr txBox="1"/>
          <p:nvPr/>
        </p:nvSpPr>
        <p:spPr>
          <a:xfrm>
            <a:off x="24055448" y="10617955"/>
            <a:ext cx="1651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BESS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06BF238-3DA5-697B-AE62-9D0CF94FC09C}"/>
              </a:ext>
            </a:extLst>
          </p:cNvPr>
          <p:cNvSpPr txBox="1"/>
          <p:nvPr/>
        </p:nvSpPr>
        <p:spPr>
          <a:xfrm>
            <a:off x="26129014" y="10645625"/>
            <a:ext cx="5241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BESS Location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034F471A-B606-387E-4190-D20240F866B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7927433" y="5399458"/>
            <a:ext cx="1278162" cy="772978"/>
          </a:xfrm>
          <a:prstGeom prst="bentConnector3">
            <a:avLst>
              <a:gd name="adj1" fmla="val 7076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01DB2E3-6382-652C-B107-120A69E22C11}"/>
              </a:ext>
            </a:extLst>
          </p:cNvPr>
          <p:cNvCxnSpPr>
            <a:cxnSpLocks/>
          </p:cNvCxnSpPr>
          <p:nvPr/>
        </p:nvCxnSpPr>
        <p:spPr>
          <a:xfrm flipH="1">
            <a:off x="41134884" y="4567613"/>
            <a:ext cx="17031697" cy="0"/>
          </a:xfrm>
          <a:prstGeom prst="line">
            <a:avLst/>
          </a:prstGeom>
          <a:ln w="635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144F15F-2C2C-3798-159C-1B4C21C8AF17}"/>
              </a:ext>
            </a:extLst>
          </p:cNvPr>
          <p:cNvCxnSpPr>
            <a:cxnSpLocks/>
          </p:cNvCxnSpPr>
          <p:nvPr/>
        </p:nvCxnSpPr>
        <p:spPr>
          <a:xfrm flipH="1">
            <a:off x="39711668" y="4567613"/>
            <a:ext cx="1423216" cy="0"/>
          </a:xfrm>
          <a:prstGeom prst="line">
            <a:avLst/>
          </a:prstGeom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5DD9F967-3977-F790-5215-DE4CA64D6EE2}"/>
              </a:ext>
            </a:extLst>
          </p:cNvPr>
          <p:cNvSpPr/>
          <p:nvPr/>
        </p:nvSpPr>
        <p:spPr>
          <a:xfrm>
            <a:off x="31298469" y="3847533"/>
            <a:ext cx="1440183" cy="1440183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>
                <a:solidFill>
                  <a:schemeClr val="tx1"/>
                </a:solidFill>
              </a:rPr>
              <a:t>~</a:t>
            </a:r>
            <a:endParaRPr lang="en-AU" sz="8000">
              <a:solidFill>
                <a:schemeClr val="tx1"/>
              </a:solidFill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4B52DB5-4FAF-66AE-4955-307203BAC3F5}"/>
              </a:ext>
            </a:extLst>
          </p:cNvPr>
          <p:cNvCxnSpPr/>
          <p:nvPr/>
        </p:nvCxnSpPr>
        <p:spPr>
          <a:xfrm>
            <a:off x="34018804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4EAC533-7F43-9168-C528-040ECFEF2962}"/>
              </a:ext>
            </a:extLst>
          </p:cNvPr>
          <p:cNvCxnSpPr/>
          <p:nvPr/>
        </p:nvCxnSpPr>
        <p:spPr>
          <a:xfrm>
            <a:off x="35442020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E00305C-2DB7-4F4C-DB1E-CCA245627982}"/>
              </a:ext>
            </a:extLst>
          </p:cNvPr>
          <p:cNvCxnSpPr>
            <a:cxnSpLocks/>
            <a:endCxn id="50" idx="6"/>
          </p:cNvCxnSpPr>
          <p:nvPr/>
        </p:nvCxnSpPr>
        <p:spPr>
          <a:xfrm flipH="1">
            <a:off x="32738644" y="4567613"/>
            <a:ext cx="1280160" cy="0"/>
          </a:xfrm>
          <a:prstGeom prst="line">
            <a:avLst/>
          </a:prstGeom>
          <a:ln w="635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219D77DB-7656-6A02-7E22-FFA100CDB42B}"/>
              </a:ext>
            </a:extLst>
          </p:cNvPr>
          <p:cNvCxnSpPr>
            <a:cxnSpLocks/>
          </p:cNvCxnSpPr>
          <p:nvPr/>
        </p:nvCxnSpPr>
        <p:spPr>
          <a:xfrm flipH="1">
            <a:off x="34018804" y="4567613"/>
            <a:ext cx="1423216" cy="0"/>
          </a:xfrm>
          <a:prstGeom prst="line">
            <a:avLst/>
          </a:prstGeom>
          <a:ln w="635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8451E23-EE39-A40C-7929-D28C247819A0}"/>
              </a:ext>
            </a:extLst>
          </p:cNvPr>
          <p:cNvCxnSpPr/>
          <p:nvPr/>
        </p:nvCxnSpPr>
        <p:spPr>
          <a:xfrm>
            <a:off x="36865236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1D06372E-7316-5083-30F0-C56BF61A7432}"/>
              </a:ext>
            </a:extLst>
          </p:cNvPr>
          <p:cNvCxnSpPr>
            <a:cxnSpLocks/>
          </p:cNvCxnSpPr>
          <p:nvPr/>
        </p:nvCxnSpPr>
        <p:spPr>
          <a:xfrm flipH="1">
            <a:off x="35442020" y="4567613"/>
            <a:ext cx="1423216" cy="0"/>
          </a:xfrm>
          <a:prstGeom prst="line">
            <a:avLst/>
          </a:prstGeom>
          <a:ln w="3810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740297F5-67E2-0BAD-E5AE-7BD60AED77BC}"/>
              </a:ext>
            </a:extLst>
          </p:cNvPr>
          <p:cNvCxnSpPr/>
          <p:nvPr/>
        </p:nvCxnSpPr>
        <p:spPr>
          <a:xfrm>
            <a:off x="38288452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E3EFD2A5-E020-C545-5440-0FDB3F82F395}"/>
              </a:ext>
            </a:extLst>
          </p:cNvPr>
          <p:cNvCxnSpPr>
            <a:cxnSpLocks/>
          </p:cNvCxnSpPr>
          <p:nvPr/>
        </p:nvCxnSpPr>
        <p:spPr>
          <a:xfrm flipH="1">
            <a:off x="36865236" y="4567613"/>
            <a:ext cx="1423216" cy="0"/>
          </a:xfrm>
          <a:prstGeom prst="line">
            <a:avLst/>
          </a:prstGeom>
          <a:ln w="635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1D9E9B70-4B30-6A52-D6DB-A55255192B56}"/>
              </a:ext>
            </a:extLst>
          </p:cNvPr>
          <p:cNvCxnSpPr/>
          <p:nvPr/>
        </p:nvCxnSpPr>
        <p:spPr>
          <a:xfrm>
            <a:off x="39711668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BFE4A084-F6A4-3635-C256-F4D9D1034CE2}"/>
              </a:ext>
            </a:extLst>
          </p:cNvPr>
          <p:cNvCxnSpPr>
            <a:cxnSpLocks/>
          </p:cNvCxnSpPr>
          <p:nvPr/>
        </p:nvCxnSpPr>
        <p:spPr>
          <a:xfrm flipH="1">
            <a:off x="38288452" y="4567613"/>
            <a:ext cx="1423216" cy="0"/>
          </a:xfrm>
          <a:prstGeom prst="line">
            <a:avLst/>
          </a:prstGeom>
          <a:ln w="635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8D95EE77-7B04-F36D-2847-79624B424ED2}"/>
              </a:ext>
            </a:extLst>
          </p:cNvPr>
          <p:cNvCxnSpPr/>
          <p:nvPr/>
        </p:nvCxnSpPr>
        <p:spPr>
          <a:xfrm>
            <a:off x="41134884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5447F2E-A9D8-574E-620D-19DF2339DC6C}"/>
              </a:ext>
            </a:extLst>
          </p:cNvPr>
          <p:cNvCxnSpPr/>
          <p:nvPr/>
        </p:nvCxnSpPr>
        <p:spPr>
          <a:xfrm>
            <a:off x="42558100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3E9076F3-89F1-7733-A2E2-25DB34E6A0CF}"/>
              </a:ext>
            </a:extLst>
          </p:cNvPr>
          <p:cNvCxnSpPr/>
          <p:nvPr/>
        </p:nvCxnSpPr>
        <p:spPr>
          <a:xfrm>
            <a:off x="43981316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5DD68FF4-23AB-FDA5-6EBE-70AB13DC4E0A}"/>
              </a:ext>
            </a:extLst>
          </p:cNvPr>
          <p:cNvCxnSpPr/>
          <p:nvPr/>
        </p:nvCxnSpPr>
        <p:spPr>
          <a:xfrm>
            <a:off x="45404532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AEC621AF-1210-4275-ED13-BDD4CEE3C21A}"/>
              </a:ext>
            </a:extLst>
          </p:cNvPr>
          <p:cNvCxnSpPr/>
          <p:nvPr/>
        </p:nvCxnSpPr>
        <p:spPr>
          <a:xfrm>
            <a:off x="46827748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90DD3EFC-8C6B-48B9-09B9-6B3134455031}"/>
              </a:ext>
            </a:extLst>
          </p:cNvPr>
          <p:cNvCxnSpPr/>
          <p:nvPr/>
        </p:nvCxnSpPr>
        <p:spPr>
          <a:xfrm>
            <a:off x="48250964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E4DD5CD7-3141-BE7A-DEB6-64D956F56754}"/>
              </a:ext>
            </a:extLst>
          </p:cNvPr>
          <p:cNvCxnSpPr>
            <a:cxnSpLocks/>
          </p:cNvCxnSpPr>
          <p:nvPr/>
        </p:nvCxnSpPr>
        <p:spPr>
          <a:xfrm>
            <a:off x="35442020" y="5486400"/>
            <a:ext cx="5692864" cy="3057408"/>
          </a:xfrm>
          <a:prstGeom prst="bentConnector3">
            <a:avLst>
              <a:gd name="adj1" fmla="val 13949"/>
            </a:avLst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615B9F48-AEEC-C4CE-3F96-163A820F2F1F}"/>
              </a:ext>
            </a:extLst>
          </p:cNvPr>
          <p:cNvCxnSpPr/>
          <p:nvPr/>
        </p:nvCxnSpPr>
        <p:spPr>
          <a:xfrm>
            <a:off x="36865236" y="714032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9BFE5B33-8E75-0BD2-36C5-AD593ADD2649}"/>
              </a:ext>
            </a:extLst>
          </p:cNvPr>
          <p:cNvSpPr txBox="1"/>
          <p:nvPr/>
        </p:nvSpPr>
        <p:spPr>
          <a:xfrm>
            <a:off x="37024806" y="677343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B505ABAC-C1E1-5EB8-17DA-815013570AC9}"/>
              </a:ext>
            </a:extLst>
          </p:cNvPr>
          <p:cNvCxnSpPr/>
          <p:nvPr/>
        </p:nvCxnSpPr>
        <p:spPr>
          <a:xfrm>
            <a:off x="38288452" y="714032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664B24C4-B7C4-DE6A-F5A1-17A67F775AB8}"/>
              </a:ext>
            </a:extLst>
          </p:cNvPr>
          <p:cNvSpPr txBox="1"/>
          <p:nvPr/>
        </p:nvSpPr>
        <p:spPr>
          <a:xfrm>
            <a:off x="38448022" y="677343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AF22AF57-0EDE-5466-D04C-B1B8F4CBA5E1}"/>
              </a:ext>
            </a:extLst>
          </p:cNvPr>
          <p:cNvCxnSpPr/>
          <p:nvPr/>
        </p:nvCxnSpPr>
        <p:spPr>
          <a:xfrm>
            <a:off x="39711668" y="714032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9B8F04A4-5E1E-CB42-EC9F-E6DD9D001427}"/>
              </a:ext>
            </a:extLst>
          </p:cNvPr>
          <p:cNvSpPr txBox="1"/>
          <p:nvPr/>
        </p:nvSpPr>
        <p:spPr>
          <a:xfrm>
            <a:off x="39871238" y="677343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B4EAD861-0DC2-9ECF-F406-10CEA3DA6D24}"/>
              </a:ext>
            </a:extLst>
          </p:cNvPr>
          <p:cNvCxnSpPr/>
          <p:nvPr/>
        </p:nvCxnSpPr>
        <p:spPr>
          <a:xfrm>
            <a:off x="41134884" y="714032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D6A33551-C4C4-163A-8605-3C5404F39319}"/>
              </a:ext>
            </a:extLst>
          </p:cNvPr>
          <p:cNvSpPr txBox="1"/>
          <p:nvPr/>
        </p:nvSpPr>
        <p:spPr>
          <a:xfrm>
            <a:off x="41294454" y="677343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6" name="Connector: Elbow 105">
            <a:extLst>
              <a:ext uri="{FF2B5EF4-FFF2-40B4-BE49-F238E27FC236}">
                <a16:creationId xmlns:a16="http://schemas.microsoft.com/office/drawing/2014/main" id="{01B4CD7C-C5F7-B2BD-474A-5ADC5CDE4E60}"/>
              </a:ext>
            </a:extLst>
          </p:cNvPr>
          <p:cNvCxnSpPr>
            <a:cxnSpLocks/>
          </p:cNvCxnSpPr>
          <p:nvPr/>
        </p:nvCxnSpPr>
        <p:spPr>
          <a:xfrm>
            <a:off x="41134883" y="5486400"/>
            <a:ext cx="12808945" cy="3057408"/>
          </a:xfrm>
          <a:prstGeom prst="bentConnector3">
            <a:avLst>
              <a:gd name="adj1" fmla="val 7961"/>
            </a:avLst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B4D5B2F0-576F-827F-D7A0-78798E253192}"/>
              </a:ext>
            </a:extLst>
          </p:cNvPr>
          <p:cNvCxnSpPr>
            <a:cxnSpLocks/>
          </p:cNvCxnSpPr>
          <p:nvPr/>
        </p:nvCxnSpPr>
        <p:spPr>
          <a:xfrm>
            <a:off x="43981316" y="714032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41403867-DC18-E5A7-6C92-426092563D34}"/>
              </a:ext>
            </a:extLst>
          </p:cNvPr>
          <p:cNvSpPr txBox="1"/>
          <p:nvPr/>
        </p:nvSpPr>
        <p:spPr>
          <a:xfrm>
            <a:off x="44140886" y="677343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BAEC7F71-7A7C-0AE8-3A84-9557E7D031CA}"/>
              </a:ext>
            </a:extLst>
          </p:cNvPr>
          <p:cNvCxnSpPr>
            <a:cxnSpLocks/>
          </p:cNvCxnSpPr>
          <p:nvPr/>
        </p:nvCxnSpPr>
        <p:spPr>
          <a:xfrm>
            <a:off x="45404532" y="714032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21277779-4E14-4A51-88BE-59CDAD47FF74}"/>
              </a:ext>
            </a:extLst>
          </p:cNvPr>
          <p:cNvSpPr txBox="1"/>
          <p:nvPr/>
        </p:nvSpPr>
        <p:spPr>
          <a:xfrm>
            <a:off x="45564102" y="677343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E5B88439-9964-29B5-0E37-82EC1D48376F}"/>
              </a:ext>
            </a:extLst>
          </p:cNvPr>
          <p:cNvCxnSpPr>
            <a:cxnSpLocks/>
          </p:cNvCxnSpPr>
          <p:nvPr/>
        </p:nvCxnSpPr>
        <p:spPr>
          <a:xfrm flipH="1">
            <a:off x="43981316" y="8543808"/>
            <a:ext cx="1423216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1C3F3AA8-9B3D-5DF2-91BA-ED687C646E17}"/>
              </a:ext>
            </a:extLst>
          </p:cNvPr>
          <p:cNvCxnSpPr>
            <a:cxnSpLocks/>
          </p:cNvCxnSpPr>
          <p:nvPr/>
        </p:nvCxnSpPr>
        <p:spPr>
          <a:xfrm>
            <a:off x="46827748" y="714032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CA8080F6-DCBB-A4AB-4B40-685A3B6D02CF}"/>
              </a:ext>
            </a:extLst>
          </p:cNvPr>
          <p:cNvSpPr txBox="1"/>
          <p:nvPr/>
        </p:nvSpPr>
        <p:spPr>
          <a:xfrm>
            <a:off x="46987318" y="677343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B2503226-57CE-0063-47A5-AF54BB3F7358}"/>
              </a:ext>
            </a:extLst>
          </p:cNvPr>
          <p:cNvCxnSpPr>
            <a:cxnSpLocks/>
          </p:cNvCxnSpPr>
          <p:nvPr/>
        </p:nvCxnSpPr>
        <p:spPr>
          <a:xfrm flipH="1">
            <a:off x="45404532" y="8543808"/>
            <a:ext cx="1423216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05BFCAC6-1954-2907-870F-6AD3B6F6D252}"/>
              </a:ext>
            </a:extLst>
          </p:cNvPr>
          <p:cNvCxnSpPr>
            <a:cxnSpLocks/>
          </p:cNvCxnSpPr>
          <p:nvPr/>
        </p:nvCxnSpPr>
        <p:spPr>
          <a:xfrm>
            <a:off x="48250964" y="714032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E00E8E05-9D64-C52F-F59E-CF7CF9B72BF3}"/>
              </a:ext>
            </a:extLst>
          </p:cNvPr>
          <p:cNvSpPr txBox="1"/>
          <p:nvPr/>
        </p:nvSpPr>
        <p:spPr>
          <a:xfrm>
            <a:off x="48410534" y="677343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38AB242F-6F5B-AE1D-37FC-BFC2773A5386}"/>
              </a:ext>
            </a:extLst>
          </p:cNvPr>
          <p:cNvCxnSpPr/>
          <p:nvPr/>
        </p:nvCxnSpPr>
        <p:spPr>
          <a:xfrm>
            <a:off x="49674180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61B666E9-7C63-7F1F-38DC-DCB2AEEDE106}"/>
              </a:ext>
            </a:extLst>
          </p:cNvPr>
          <p:cNvCxnSpPr/>
          <p:nvPr/>
        </p:nvCxnSpPr>
        <p:spPr>
          <a:xfrm>
            <a:off x="51097396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3194D8B7-51CF-B865-6D9E-946060E02A20}"/>
              </a:ext>
            </a:extLst>
          </p:cNvPr>
          <p:cNvCxnSpPr>
            <a:cxnSpLocks/>
          </p:cNvCxnSpPr>
          <p:nvPr/>
        </p:nvCxnSpPr>
        <p:spPr>
          <a:xfrm>
            <a:off x="49674180" y="714032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68D7B867-2BEC-4E34-5DD6-2B2389439DBD}"/>
              </a:ext>
            </a:extLst>
          </p:cNvPr>
          <p:cNvSpPr txBox="1"/>
          <p:nvPr/>
        </p:nvSpPr>
        <p:spPr>
          <a:xfrm>
            <a:off x="49833750" y="677343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EE00FE9A-0246-2E46-E71F-FEF810D1CCA0}"/>
              </a:ext>
            </a:extLst>
          </p:cNvPr>
          <p:cNvCxnSpPr>
            <a:cxnSpLocks/>
          </p:cNvCxnSpPr>
          <p:nvPr/>
        </p:nvCxnSpPr>
        <p:spPr>
          <a:xfrm>
            <a:off x="51097396" y="714032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075164CC-839B-2B9B-79D8-5D641239D038}"/>
              </a:ext>
            </a:extLst>
          </p:cNvPr>
          <p:cNvSpPr txBox="1"/>
          <p:nvPr/>
        </p:nvSpPr>
        <p:spPr>
          <a:xfrm>
            <a:off x="51256966" y="677343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C63BA74F-ED25-20F9-7960-7ED2A58B1F4B}"/>
              </a:ext>
            </a:extLst>
          </p:cNvPr>
          <p:cNvCxnSpPr>
            <a:cxnSpLocks/>
          </p:cNvCxnSpPr>
          <p:nvPr/>
        </p:nvCxnSpPr>
        <p:spPr>
          <a:xfrm>
            <a:off x="52520612" y="714032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56B00472-0A00-7538-8E18-611FADE0B0B7}"/>
              </a:ext>
            </a:extLst>
          </p:cNvPr>
          <p:cNvSpPr txBox="1"/>
          <p:nvPr/>
        </p:nvSpPr>
        <p:spPr>
          <a:xfrm>
            <a:off x="52680182" y="677343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D51029CE-AE57-15DF-A316-8F011B6D02D6}"/>
              </a:ext>
            </a:extLst>
          </p:cNvPr>
          <p:cNvCxnSpPr>
            <a:cxnSpLocks/>
          </p:cNvCxnSpPr>
          <p:nvPr/>
        </p:nvCxnSpPr>
        <p:spPr>
          <a:xfrm>
            <a:off x="53943828" y="714032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9A8CB20C-10AF-BCC5-2C30-1CD8ED05010E}"/>
              </a:ext>
            </a:extLst>
          </p:cNvPr>
          <p:cNvSpPr txBox="1"/>
          <p:nvPr/>
        </p:nvSpPr>
        <p:spPr>
          <a:xfrm>
            <a:off x="54103398" y="677343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33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0FDB8350-914E-1376-1023-337443A00334}"/>
              </a:ext>
            </a:extLst>
          </p:cNvPr>
          <p:cNvCxnSpPr/>
          <p:nvPr/>
        </p:nvCxnSpPr>
        <p:spPr>
          <a:xfrm>
            <a:off x="38287630" y="-1158732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E867413A-0144-B436-7C8D-D1DDA684BE34}"/>
              </a:ext>
            </a:extLst>
          </p:cNvPr>
          <p:cNvSpPr txBox="1"/>
          <p:nvPr/>
        </p:nvSpPr>
        <p:spPr>
          <a:xfrm>
            <a:off x="38447200" y="-1525622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DEBE5C3C-BAAD-8F0D-D170-7AE9B78F012D}"/>
              </a:ext>
            </a:extLst>
          </p:cNvPr>
          <p:cNvCxnSpPr/>
          <p:nvPr/>
        </p:nvCxnSpPr>
        <p:spPr>
          <a:xfrm>
            <a:off x="39710846" y="-1158732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5F1163A7-DCEE-B2C4-60B3-5ED1FE3F0E92}"/>
              </a:ext>
            </a:extLst>
          </p:cNvPr>
          <p:cNvSpPr txBox="1"/>
          <p:nvPr/>
        </p:nvSpPr>
        <p:spPr>
          <a:xfrm>
            <a:off x="39870416" y="-1525622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8990D85D-73C7-F900-345E-6C7BB338204B}"/>
              </a:ext>
            </a:extLst>
          </p:cNvPr>
          <p:cNvCxnSpPr/>
          <p:nvPr/>
        </p:nvCxnSpPr>
        <p:spPr>
          <a:xfrm>
            <a:off x="41134062" y="-1158732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8808B07D-21D1-E6A7-88EC-FC700F5A6970}"/>
              </a:ext>
            </a:extLst>
          </p:cNvPr>
          <p:cNvSpPr txBox="1"/>
          <p:nvPr/>
        </p:nvSpPr>
        <p:spPr>
          <a:xfrm>
            <a:off x="41293632" y="-1525622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60D20480-2D62-57A0-668F-60CB6DCEC67F}"/>
              </a:ext>
            </a:extLst>
          </p:cNvPr>
          <p:cNvCxnSpPr/>
          <p:nvPr/>
        </p:nvCxnSpPr>
        <p:spPr>
          <a:xfrm>
            <a:off x="52520612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14431EEC-3EEF-28EE-5E6B-71F305850676}"/>
              </a:ext>
            </a:extLst>
          </p:cNvPr>
          <p:cNvCxnSpPr/>
          <p:nvPr/>
        </p:nvCxnSpPr>
        <p:spPr>
          <a:xfrm>
            <a:off x="53943828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495B134E-728D-671A-ECBB-D42A784B97D9}"/>
              </a:ext>
            </a:extLst>
          </p:cNvPr>
          <p:cNvCxnSpPr/>
          <p:nvPr/>
        </p:nvCxnSpPr>
        <p:spPr>
          <a:xfrm>
            <a:off x="55299727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92114E41-D13E-0584-2029-78EA544111DB}"/>
              </a:ext>
            </a:extLst>
          </p:cNvPr>
          <p:cNvCxnSpPr/>
          <p:nvPr/>
        </p:nvCxnSpPr>
        <p:spPr>
          <a:xfrm>
            <a:off x="56701807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3CA58CA1-0F13-FD40-88F6-FF894EE76C6E}"/>
              </a:ext>
            </a:extLst>
          </p:cNvPr>
          <p:cNvCxnSpPr/>
          <p:nvPr/>
        </p:nvCxnSpPr>
        <p:spPr>
          <a:xfrm>
            <a:off x="58185167" y="3164133"/>
            <a:ext cx="0" cy="2743200"/>
          </a:xfrm>
          <a:prstGeom prst="line">
            <a:avLst/>
          </a:prstGeom>
          <a:ln w="1016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: Elbow 143">
            <a:extLst>
              <a:ext uri="{FF2B5EF4-FFF2-40B4-BE49-F238E27FC236}">
                <a16:creationId xmlns:a16="http://schemas.microsoft.com/office/drawing/2014/main" id="{65EDFE4F-B4C1-6ECA-3680-A3110D4FE6D9}"/>
              </a:ext>
            </a:extLst>
          </p:cNvPr>
          <p:cNvCxnSpPr>
            <a:cxnSpLocks/>
            <a:endCxn id="145" idx="0"/>
          </p:cNvCxnSpPr>
          <p:nvPr/>
        </p:nvCxnSpPr>
        <p:spPr>
          <a:xfrm rot="16200000" flipH="1">
            <a:off x="53691613" y="9499509"/>
            <a:ext cx="1278162" cy="772978"/>
          </a:xfrm>
          <a:prstGeom prst="bentConnector3">
            <a:avLst>
              <a:gd name="adj1" fmla="val 7076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Rectangle 144">
            <a:extLst>
              <a:ext uri="{FF2B5EF4-FFF2-40B4-BE49-F238E27FC236}">
                <a16:creationId xmlns:a16="http://schemas.microsoft.com/office/drawing/2014/main" id="{3F05597F-4AAF-CF88-3BCB-A175CD7092B3}"/>
              </a:ext>
            </a:extLst>
          </p:cNvPr>
          <p:cNvSpPr/>
          <p:nvPr/>
        </p:nvSpPr>
        <p:spPr>
          <a:xfrm>
            <a:off x="53921739" y="10525079"/>
            <a:ext cx="1590888" cy="134753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9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F43A0422-0FEE-5AB0-72B5-BD4C51E30706}"/>
              </a:ext>
            </a:extLst>
          </p:cNvPr>
          <p:cNvSpPr txBox="1"/>
          <p:nvPr/>
        </p:nvSpPr>
        <p:spPr>
          <a:xfrm>
            <a:off x="53921739" y="10844892"/>
            <a:ext cx="1651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EVCS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8C011AF0-705C-F881-20CA-C21C3E108C1E}"/>
              </a:ext>
            </a:extLst>
          </p:cNvPr>
          <p:cNvSpPr/>
          <p:nvPr/>
        </p:nvSpPr>
        <p:spPr>
          <a:xfrm>
            <a:off x="57160288" y="840877"/>
            <a:ext cx="1590888" cy="134753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9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17C10F6E-19FE-B1BB-D699-2C6524B4AFEB}"/>
              </a:ext>
            </a:extLst>
          </p:cNvPr>
          <p:cNvSpPr txBox="1"/>
          <p:nvPr/>
        </p:nvSpPr>
        <p:spPr>
          <a:xfrm>
            <a:off x="57160288" y="1160690"/>
            <a:ext cx="1651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EVCS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9140F973-9377-10D1-DFF4-1032DC2715B3}"/>
              </a:ext>
            </a:extLst>
          </p:cNvPr>
          <p:cNvSpPr txBox="1"/>
          <p:nvPr/>
        </p:nvSpPr>
        <p:spPr>
          <a:xfrm>
            <a:off x="34093836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160FB05D-ABFB-4E7C-1E68-10BCEA177868}"/>
              </a:ext>
            </a:extLst>
          </p:cNvPr>
          <p:cNvSpPr txBox="1"/>
          <p:nvPr/>
        </p:nvSpPr>
        <p:spPr>
          <a:xfrm>
            <a:off x="35601590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82DFFAA3-9649-1A6C-EC76-C478A2AFC680}"/>
              </a:ext>
            </a:extLst>
          </p:cNvPr>
          <p:cNvSpPr txBox="1"/>
          <p:nvPr/>
        </p:nvSpPr>
        <p:spPr>
          <a:xfrm>
            <a:off x="37024806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6B22D061-D170-3F4E-E115-EA4BC387632C}"/>
              </a:ext>
            </a:extLst>
          </p:cNvPr>
          <p:cNvSpPr txBox="1"/>
          <p:nvPr/>
        </p:nvSpPr>
        <p:spPr>
          <a:xfrm>
            <a:off x="38448022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D60B1141-34A9-8667-B0B7-348444F28FE2}"/>
              </a:ext>
            </a:extLst>
          </p:cNvPr>
          <p:cNvSpPr txBox="1"/>
          <p:nvPr/>
        </p:nvSpPr>
        <p:spPr>
          <a:xfrm>
            <a:off x="39871238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79A730BF-E7EA-4F75-6947-5E3130DBBACA}"/>
              </a:ext>
            </a:extLst>
          </p:cNvPr>
          <p:cNvSpPr txBox="1"/>
          <p:nvPr/>
        </p:nvSpPr>
        <p:spPr>
          <a:xfrm>
            <a:off x="41294454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8FAE430D-DF58-FFD6-F200-A37CD72E980C}"/>
              </a:ext>
            </a:extLst>
          </p:cNvPr>
          <p:cNvSpPr txBox="1"/>
          <p:nvPr/>
        </p:nvSpPr>
        <p:spPr>
          <a:xfrm>
            <a:off x="42717670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A72AD90F-6CD5-5F49-DC24-2B87451FAE8A}"/>
              </a:ext>
            </a:extLst>
          </p:cNvPr>
          <p:cNvSpPr txBox="1"/>
          <p:nvPr/>
        </p:nvSpPr>
        <p:spPr>
          <a:xfrm>
            <a:off x="44140886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031B9926-D19D-9A9B-252B-8275EB29CED9}"/>
              </a:ext>
            </a:extLst>
          </p:cNvPr>
          <p:cNvSpPr txBox="1"/>
          <p:nvPr/>
        </p:nvSpPr>
        <p:spPr>
          <a:xfrm>
            <a:off x="45564102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3C31947E-1F20-F388-0797-43FE738985D3}"/>
              </a:ext>
            </a:extLst>
          </p:cNvPr>
          <p:cNvSpPr txBox="1"/>
          <p:nvPr/>
        </p:nvSpPr>
        <p:spPr>
          <a:xfrm>
            <a:off x="46987318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1DF9FBA0-1BE0-3C90-ADFC-DC995B5C0268}"/>
              </a:ext>
            </a:extLst>
          </p:cNvPr>
          <p:cNvSpPr txBox="1"/>
          <p:nvPr/>
        </p:nvSpPr>
        <p:spPr>
          <a:xfrm>
            <a:off x="48410534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52589FE0-3B7C-D1AD-73C1-A29210487FBD}"/>
              </a:ext>
            </a:extLst>
          </p:cNvPr>
          <p:cNvSpPr txBox="1"/>
          <p:nvPr/>
        </p:nvSpPr>
        <p:spPr>
          <a:xfrm>
            <a:off x="49833750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D08DF244-F6D7-8E80-6225-7D772211D1D9}"/>
              </a:ext>
            </a:extLst>
          </p:cNvPr>
          <p:cNvSpPr txBox="1"/>
          <p:nvPr/>
        </p:nvSpPr>
        <p:spPr>
          <a:xfrm>
            <a:off x="51256966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FD9F5CA8-DEED-642F-2E92-29E5A5BDC380}"/>
              </a:ext>
            </a:extLst>
          </p:cNvPr>
          <p:cNvSpPr txBox="1"/>
          <p:nvPr/>
        </p:nvSpPr>
        <p:spPr>
          <a:xfrm>
            <a:off x="52680182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05FBF4EB-E4E1-13CD-D04F-1BE3213767DF}"/>
              </a:ext>
            </a:extLst>
          </p:cNvPr>
          <p:cNvSpPr txBox="1"/>
          <p:nvPr/>
        </p:nvSpPr>
        <p:spPr>
          <a:xfrm>
            <a:off x="54103398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CEEBA989-451D-E440-3CB6-13423327E65E}"/>
              </a:ext>
            </a:extLst>
          </p:cNvPr>
          <p:cNvSpPr txBox="1"/>
          <p:nvPr/>
        </p:nvSpPr>
        <p:spPr>
          <a:xfrm>
            <a:off x="55459297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E1705355-7AE4-B753-F606-88BC4165A520}"/>
              </a:ext>
            </a:extLst>
          </p:cNvPr>
          <p:cNvSpPr txBox="1"/>
          <p:nvPr/>
        </p:nvSpPr>
        <p:spPr>
          <a:xfrm>
            <a:off x="56861377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D5E5E15F-1B3B-394C-301E-83EE93D49285}"/>
              </a:ext>
            </a:extLst>
          </p:cNvPr>
          <p:cNvSpPr txBox="1"/>
          <p:nvPr/>
        </p:nvSpPr>
        <p:spPr>
          <a:xfrm>
            <a:off x="58344737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3" name="Connector: Elbow 182">
            <a:extLst>
              <a:ext uri="{FF2B5EF4-FFF2-40B4-BE49-F238E27FC236}">
                <a16:creationId xmlns:a16="http://schemas.microsoft.com/office/drawing/2014/main" id="{B87BB404-08A4-6A74-06F0-908D2ECC5605}"/>
              </a:ext>
            </a:extLst>
          </p:cNvPr>
          <p:cNvCxnSpPr>
            <a:cxnSpLocks/>
            <a:endCxn id="147" idx="2"/>
          </p:cNvCxnSpPr>
          <p:nvPr/>
        </p:nvCxnSpPr>
        <p:spPr>
          <a:xfrm rot="5400000" flipH="1" flipV="1">
            <a:off x="56494705" y="2386506"/>
            <a:ext cx="1659123" cy="1262932"/>
          </a:xfrm>
          <a:prstGeom prst="bentConnector3">
            <a:avLst>
              <a:gd name="adj1" fmla="val -3336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: Elbow 190">
            <a:extLst>
              <a:ext uri="{FF2B5EF4-FFF2-40B4-BE49-F238E27FC236}">
                <a16:creationId xmlns:a16="http://schemas.microsoft.com/office/drawing/2014/main" id="{FFCDD778-36E7-A6CF-EF6C-20FDF503F428}"/>
              </a:ext>
            </a:extLst>
          </p:cNvPr>
          <p:cNvCxnSpPr>
            <a:cxnSpLocks/>
          </p:cNvCxnSpPr>
          <p:nvPr/>
        </p:nvCxnSpPr>
        <p:spPr>
          <a:xfrm flipV="1">
            <a:off x="36843278" y="177709"/>
            <a:ext cx="4277452" cy="3655646"/>
          </a:xfrm>
          <a:prstGeom prst="bentConnector3">
            <a:avLst>
              <a:gd name="adj1" fmla="val 22416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: Elbow 200">
            <a:extLst>
              <a:ext uri="{FF2B5EF4-FFF2-40B4-BE49-F238E27FC236}">
                <a16:creationId xmlns:a16="http://schemas.microsoft.com/office/drawing/2014/main" id="{921AADBB-EA17-1D59-917C-F3B3A96661B8}"/>
              </a:ext>
            </a:extLst>
          </p:cNvPr>
          <p:cNvCxnSpPr>
            <a:cxnSpLocks/>
            <a:endCxn id="202" idx="0"/>
          </p:cNvCxnSpPr>
          <p:nvPr/>
        </p:nvCxnSpPr>
        <p:spPr>
          <a:xfrm rot="16200000" flipH="1">
            <a:off x="49406868" y="9499509"/>
            <a:ext cx="1278162" cy="772978"/>
          </a:xfrm>
          <a:prstGeom prst="bentConnector3">
            <a:avLst>
              <a:gd name="adj1" fmla="val 7076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Rectangle 201">
            <a:extLst>
              <a:ext uri="{FF2B5EF4-FFF2-40B4-BE49-F238E27FC236}">
                <a16:creationId xmlns:a16="http://schemas.microsoft.com/office/drawing/2014/main" id="{2F683C3D-4F54-C913-F9A6-38C1DB051FB7}"/>
              </a:ext>
            </a:extLst>
          </p:cNvPr>
          <p:cNvSpPr/>
          <p:nvPr/>
        </p:nvSpPr>
        <p:spPr>
          <a:xfrm>
            <a:off x="49636994" y="10525079"/>
            <a:ext cx="1590888" cy="134753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90"/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94B7C1FE-0097-7DB3-A13B-1E44D8A8D24A}"/>
              </a:ext>
            </a:extLst>
          </p:cNvPr>
          <p:cNvSpPr txBox="1"/>
          <p:nvPr/>
        </p:nvSpPr>
        <p:spPr>
          <a:xfrm>
            <a:off x="49636994" y="10844892"/>
            <a:ext cx="1651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EVCS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18470EC1-008C-19D7-F102-5FB1AC27AC82}"/>
              </a:ext>
            </a:extLst>
          </p:cNvPr>
          <p:cNvSpPr/>
          <p:nvPr/>
        </p:nvSpPr>
        <p:spPr>
          <a:xfrm>
            <a:off x="56191646" y="10517265"/>
            <a:ext cx="1590888" cy="13475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90"/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098B420B-3154-8068-000A-AF1ADA0E30A4}"/>
              </a:ext>
            </a:extLst>
          </p:cNvPr>
          <p:cNvSpPr txBox="1"/>
          <p:nvPr/>
        </p:nvSpPr>
        <p:spPr>
          <a:xfrm>
            <a:off x="56191646" y="10837078"/>
            <a:ext cx="1651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BESS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D6E20255-4E01-A9E3-D87B-5914B30B7133}"/>
              </a:ext>
            </a:extLst>
          </p:cNvPr>
          <p:cNvCxnSpPr>
            <a:stCxn id="205" idx="1"/>
          </p:cNvCxnSpPr>
          <p:nvPr/>
        </p:nvCxnSpPr>
        <p:spPr>
          <a:xfrm flipH="1">
            <a:off x="55526191" y="11191021"/>
            <a:ext cx="665455" cy="0"/>
          </a:xfrm>
          <a:prstGeom prst="line">
            <a:avLst/>
          </a:prstGeom>
          <a:ln w="381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7" name="Rectangle 206">
            <a:extLst>
              <a:ext uri="{FF2B5EF4-FFF2-40B4-BE49-F238E27FC236}">
                <a16:creationId xmlns:a16="http://schemas.microsoft.com/office/drawing/2014/main" id="{8A7AF029-87DA-9AEC-7DF9-3775B75DE14A}"/>
              </a:ext>
            </a:extLst>
          </p:cNvPr>
          <p:cNvSpPr/>
          <p:nvPr/>
        </p:nvSpPr>
        <p:spPr>
          <a:xfrm>
            <a:off x="47364818" y="10517265"/>
            <a:ext cx="1590888" cy="13475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90"/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751C3476-26ED-7208-7E67-B081964EADEA}"/>
              </a:ext>
            </a:extLst>
          </p:cNvPr>
          <p:cNvSpPr txBox="1"/>
          <p:nvPr/>
        </p:nvSpPr>
        <p:spPr>
          <a:xfrm>
            <a:off x="47364818" y="10837078"/>
            <a:ext cx="1651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BESS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20DED218-B02B-41F1-3CA1-135E90AED823}"/>
              </a:ext>
            </a:extLst>
          </p:cNvPr>
          <p:cNvCxnSpPr>
            <a:cxnSpLocks/>
            <a:stCxn id="208" idx="3"/>
            <a:endCxn id="203" idx="1"/>
          </p:cNvCxnSpPr>
          <p:nvPr/>
        </p:nvCxnSpPr>
        <p:spPr>
          <a:xfrm>
            <a:off x="49016666" y="11191021"/>
            <a:ext cx="620328" cy="7814"/>
          </a:xfrm>
          <a:prstGeom prst="line">
            <a:avLst/>
          </a:prstGeom>
          <a:ln w="381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0" name="Rectangle 209">
            <a:extLst>
              <a:ext uri="{FF2B5EF4-FFF2-40B4-BE49-F238E27FC236}">
                <a16:creationId xmlns:a16="http://schemas.microsoft.com/office/drawing/2014/main" id="{2FC74E39-3F51-1381-0F45-045B924FF494}"/>
              </a:ext>
            </a:extLst>
          </p:cNvPr>
          <p:cNvSpPr/>
          <p:nvPr/>
        </p:nvSpPr>
        <p:spPr>
          <a:xfrm>
            <a:off x="58157559" y="6425028"/>
            <a:ext cx="1590888" cy="13475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90"/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7E44A772-5F24-550B-66D6-F850ABBEF7CA}"/>
              </a:ext>
            </a:extLst>
          </p:cNvPr>
          <p:cNvSpPr txBox="1"/>
          <p:nvPr/>
        </p:nvSpPr>
        <p:spPr>
          <a:xfrm>
            <a:off x="58157559" y="6744841"/>
            <a:ext cx="1651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BESS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34802B84-7BAE-2BB9-2A44-299D77CFABE2}"/>
              </a:ext>
            </a:extLst>
          </p:cNvPr>
          <p:cNvSpPr/>
          <p:nvPr/>
        </p:nvSpPr>
        <p:spPr>
          <a:xfrm>
            <a:off x="57160288" y="-1158732"/>
            <a:ext cx="1590888" cy="13475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90"/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2861ED24-0352-DB52-A0DB-E5AB2059D403}"/>
              </a:ext>
            </a:extLst>
          </p:cNvPr>
          <p:cNvSpPr txBox="1"/>
          <p:nvPr/>
        </p:nvSpPr>
        <p:spPr>
          <a:xfrm>
            <a:off x="57160288" y="-838919"/>
            <a:ext cx="1651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BESS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1A3F8597-595F-8CE8-1EC3-BB3EEBDEC37F}"/>
              </a:ext>
            </a:extLst>
          </p:cNvPr>
          <p:cNvCxnSpPr>
            <a:stCxn id="215" idx="2"/>
          </p:cNvCxnSpPr>
          <p:nvPr/>
        </p:nvCxnSpPr>
        <p:spPr>
          <a:xfrm>
            <a:off x="57955732" y="188801"/>
            <a:ext cx="5430" cy="652076"/>
          </a:xfrm>
          <a:prstGeom prst="line">
            <a:avLst/>
          </a:prstGeom>
          <a:ln w="381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1" name="Rectangle 230">
            <a:extLst>
              <a:ext uri="{FF2B5EF4-FFF2-40B4-BE49-F238E27FC236}">
                <a16:creationId xmlns:a16="http://schemas.microsoft.com/office/drawing/2014/main" id="{89F14232-F805-089F-F5C0-4128FC6E0301}"/>
              </a:ext>
            </a:extLst>
          </p:cNvPr>
          <p:cNvSpPr/>
          <p:nvPr/>
        </p:nvSpPr>
        <p:spPr>
          <a:xfrm>
            <a:off x="55449476" y="840877"/>
            <a:ext cx="1590888" cy="134753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90"/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04FD33BC-82EA-03D5-C58A-01F9871F8869}"/>
              </a:ext>
            </a:extLst>
          </p:cNvPr>
          <p:cNvSpPr txBox="1"/>
          <p:nvPr/>
        </p:nvSpPr>
        <p:spPr>
          <a:xfrm>
            <a:off x="55449476" y="1160690"/>
            <a:ext cx="1651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EVCS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3" name="Connector: Elbow 232">
            <a:extLst>
              <a:ext uri="{FF2B5EF4-FFF2-40B4-BE49-F238E27FC236}">
                <a16:creationId xmlns:a16="http://schemas.microsoft.com/office/drawing/2014/main" id="{7B2C4467-9929-9CA3-F42A-799261617DF5}"/>
              </a:ext>
            </a:extLst>
          </p:cNvPr>
          <p:cNvCxnSpPr>
            <a:cxnSpLocks/>
            <a:endCxn id="231" idx="2"/>
          </p:cNvCxnSpPr>
          <p:nvPr/>
        </p:nvCxnSpPr>
        <p:spPr>
          <a:xfrm rot="5400000" flipH="1" flipV="1">
            <a:off x="54849363" y="2674999"/>
            <a:ext cx="1882145" cy="908969"/>
          </a:xfrm>
          <a:prstGeom prst="bentConnector3">
            <a:avLst>
              <a:gd name="adj1" fmla="val 7686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Rectangle 233">
            <a:extLst>
              <a:ext uri="{FF2B5EF4-FFF2-40B4-BE49-F238E27FC236}">
                <a16:creationId xmlns:a16="http://schemas.microsoft.com/office/drawing/2014/main" id="{6D3C64D1-42DB-DF2D-0B06-4EFE263F7AE2}"/>
              </a:ext>
            </a:extLst>
          </p:cNvPr>
          <p:cNvSpPr/>
          <p:nvPr/>
        </p:nvSpPr>
        <p:spPr>
          <a:xfrm>
            <a:off x="55449476" y="-1158732"/>
            <a:ext cx="1590888" cy="13475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90"/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73257D32-09B9-EED6-C330-33442D15838F}"/>
              </a:ext>
            </a:extLst>
          </p:cNvPr>
          <p:cNvSpPr txBox="1"/>
          <p:nvPr/>
        </p:nvSpPr>
        <p:spPr>
          <a:xfrm>
            <a:off x="55449476" y="-838919"/>
            <a:ext cx="1651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BESS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D49F6760-1548-B17F-D4DD-66B91A3F800A}"/>
              </a:ext>
            </a:extLst>
          </p:cNvPr>
          <p:cNvCxnSpPr>
            <a:stCxn id="234" idx="2"/>
          </p:cNvCxnSpPr>
          <p:nvPr/>
        </p:nvCxnSpPr>
        <p:spPr>
          <a:xfrm>
            <a:off x="56244920" y="188801"/>
            <a:ext cx="5430" cy="652076"/>
          </a:xfrm>
          <a:prstGeom prst="line">
            <a:avLst/>
          </a:prstGeom>
          <a:ln w="381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9" name="Rectangle 238">
            <a:extLst>
              <a:ext uri="{FF2B5EF4-FFF2-40B4-BE49-F238E27FC236}">
                <a16:creationId xmlns:a16="http://schemas.microsoft.com/office/drawing/2014/main" id="{62145122-CFA1-0239-066F-20817B3ABD6A}"/>
              </a:ext>
            </a:extLst>
          </p:cNvPr>
          <p:cNvSpPr/>
          <p:nvPr/>
        </p:nvSpPr>
        <p:spPr>
          <a:xfrm>
            <a:off x="52647282" y="840877"/>
            <a:ext cx="1590888" cy="134753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90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9F3BEEFE-A7C5-3F34-E2F9-5B5A259D8176}"/>
              </a:ext>
            </a:extLst>
          </p:cNvPr>
          <p:cNvSpPr txBox="1"/>
          <p:nvPr/>
        </p:nvSpPr>
        <p:spPr>
          <a:xfrm>
            <a:off x="52647282" y="1160690"/>
            <a:ext cx="1651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EVCS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1" name="Connector: Elbow 240">
            <a:extLst>
              <a:ext uri="{FF2B5EF4-FFF2-40B4-BE49-F238E27FC236}">
                <a16:creationId xmlns:a16="http://schemas.microsoft.com/office/drawing/2014/main" id="{C2B7A646-680D-487D-F7D0-F0810C11414C}"/>
              </a:ext>
            </a:extLst>
          </p:cNvPr>
          <p:cNvCxnSpPr>
            <a:cxnSpLocks/>
            <a:endCxn id="239" idx="2"/>
          </p:cNvCxnSpPr>
          <p:nvPr/>
        </p:nvCxnSpPr>
        <p:spPr>
          <a:xfrm rot="5400000" flipH="1" flipV="1">
            <a:off x="52047169" y="2674999"/>
            <a:ext cx="1882145" cy="908969"/>
          </a:xfrm>
          <a:prstGeom prst="bentConnector3">
            <a:avLst>
              <a:gd name="adj1" fmla="val 7686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Rectangle 241">
            <a:extLst>
              <a:ext uri="{FF2B5EF4-FFF2-40B4-BE49-F238E27FC236}">
                <a16:creationId xmlns:a16="http://schemas.microsoft.com/office/drawing/2014/main" id="{56B0842A-D146-9FE7-F01E-0353BB9AD25B}"/>
              </a:ext>
            </a:extLst>
          </p:cNvPr>
          <p:cNvSpPr/>
          <p:nvPr/>
        </p:nvSpPr>
        <p:spPr>
          <a:xfrm>
            <a:off x="52647282" y="-1158732"/>
            <a:ext cx="1590888" cy="13475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90"/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2040D1AA-B2D1-8F60-841E-3E69E3BC6479}"/>
              </a:ext>
            </a:extLst>
          </p:cNvPr>
          <p:cNvSpPr txBox="1"/>
          <p:nvPr/>
        </p:nvSpPr>
        <p:spPr>
          <a:xfrm>
            <a:off x="52647282" y="-838919"/>
            <a:ext cx="1651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BESS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56D626DB-57EB-EEEC-D955-9FDFDBCDBE6B}"/>
              </a:ext>
            </a:extLst>
          </p:cNvPr>
          <p:cNvCxnSpPr>
            <a:stCxn id="242" idx="2"/>
          </p:cNvCxnSpPr>
          <p:nvPr/>
        </p:nvCxnSpPr>
        <p:spPr>
          <a:xfrm>
            <a:off x="53442726" y="188801"/>
            <a:ext cx="5430" cy="652076"/>
          </a:xfrm>
          <a:prstGeom prst="line">
            <a:avLst/>
          </a:prstGeom>
          <a:ln w="381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0983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C0B2C-8EA5-71C2-F42D-7A3F9F70D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3D4969EC-EB64-9393-992A-38BA499DA099}"/>
              </a:ext>
            </a:extLst>
          </p:cNvPr>
          <p:cNvCxnSpPr>
            <a:cxnSpLocks/>
          </p:cNvCxnSpPr>
          <p:nvPr/>
        </p:nvCxnSpPr>
        <p:spPr>
          <a:xfrm flipH="1">
            <a:off x="10339343" y="4567613"/>
            <a:ext cx="17031697" cy="0"/>
          </a:xfrm>
          <a:prstGeom prst="line">
            <a:avLst/>
          </a:prstGeom>
          <a:ln w="635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9126884-3E93-363C-F7E2-5EE7EAB7BF19}"/>
              </a:ext>
            </a:extLst>
          </p:cNvPr>
          <p:cNvCxnSpPr>
            <a:cxnSpLocks/>
          </p:cNvCxnSpPr>
          <p:nvPr/>
        </p:nvCxnSpPr>
        <p:spPr>
          <a:xfrm flipH="1">
            <a:off x="8916127" y="4567613"/>
            <a:ext cx="1423216" cy="0"/>
          </a:xfrm>
          <a:prstGeom prst="line">
            <a:avLst/>
          </a:prstGeom>
          <a:ln w="635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1" name="Rectangle 280">
            <a:extLst>
              <a:ext uri="{FF2B5EF4-FFF2-40B4-BE49-F238E27FC236}">
                <a16:creationId xmlns:a16="http://schemas.microsoft.com/office/drawing/2014/main" id="{10A27363-09E5-4B13-3C75-C9BF0670BF25}"/>
              </a:ext>
            </a:extLst>
          </p:cNvPr>
          <p:cNvSpPr/>
          <p:nvPr/>
        </p:nvSpPr>
        <p:spPr>
          <a:xfrm>
            <a:off x="6994819" y="-3731447"/>
            <a:ext cx="17605494" cy="1770039"/>
          </a:xfrm>
          <a:prstGeom prst="rect">
            <a:avLst/>
          </a:prstGeom>
          <a:noFill/>
          <a:ln w="254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9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ECCDAC3-A1A9-341C-A94A-8E6C4B0AFA92}"/>
              </a:ext>
            </a:extLst>
          </p:cNvPr>
          <p:cNvSpPr/>
          <p:nvPr/>
        </p:nvSpPr>
        <p:spPr>
          <a:xfrm>
            <a:off x="502928" y="3847533"/>
            <a:ext cx="1440183" cy="1440183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>
                <a:solidFill>
                  <a:schemeClr val="tx1"/>
                </a:solidFill>
              </a:rPr>
              <a:t>~</a:t>
            </a:r>
            <a:endParaRPr lang="en-AU" sz="8000">
              <a:solidFill>
                <a:schemeClr val="tx1"/>
              </a:solidFill>
            </a:endParaRPr>
          </a:p>
        </p:txBody>
      </p: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A4586B1B-E458-C623-A115-B4EC54D2B543}"/>
              </a:ext>
            </a:extLst>
          </p:cNvPr>
          <p:cNvCxnSpPr>
            <a:cxnSpLocks/>
            <a:endCxn id="15" idx="6"/>
          </p:cNvCxnSpPr>
          <p:nvPr/>
        </p:nvCxnSpPr>
        <p:spPr>
          <a:xfrm flipH="1">
            <a:off x="1943103" y="4567613"/>
            <a:ext cx="1280160" cy="0"/>
          </a:xfrm>
          <a:prstGeom prst="line">
            <a:avLst/>
          </a:prstGeom>
          <a:ln w="635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CF89776-60E8-51BC-0FA2-5ADD20D696F0}"/>
              </a:ext>
            </a:extLst>
          </p:cNvPr>
          <p:cNvCxnSpPr>
            <a:cxnSpLocks/>
          </p:cNvCxnSpPr>
          <p:nvPr/>
        </p:nvCxnSpPr>
        <p:spPr>
          <a:xfrm flipH="1">
            <a:off x="3223263" y="4567613"/>
            <a:ext cx="1423216" cy="0"/>
          </a:xfrm>
          <a:prstGeom prst="line">
            <a:avLst/>
          </a:prstGeom>
          <a:ln w="635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5C89F00-28A3-FEB5-6D0F-9E25B5156B5A}"/>
              </a:ext>
            </a:extLst>
          </p:cNvPr>
          <p:cNvCxnSpPr>
            <a:cxnSpLocks/>
          </p:cNvCxnSpPr>
          <p:nvPr/>
        </p:nvCxnSpPr>
        <p:spPr>
          <a:xfrm flipH="1">
            <a:off x="4646479" y="4567613"/>
            <a:ext cx="1423216" cy="0"/>
          </a:xfrm>
          <a:prstGeom prst="line">
            <a:avLst/>
          </a:prstGeom>
          <a:ln w="635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2C8C1B-8884-CA3D-87FF-0DDB649996FF}"/>
              </a:ext>
            </a:extLst>
          </p:cNvPr>
          <p:cNvCxnSpPr>
            <a:cxnSpLocks/>
          </p:cNvCxnSpPr>
          <p:nvPr/>
        </p:nvCxnSpPr>
        <p:spPr>
          <a:xfrm flipH="1">
            <a:off x="6069695" y="4567613"/>
            <a:ext cx="1423216" cy="0"/>
          </a:xfrm>
          <a:prstGeom prst="line">
            <a:avLst/>
          </a:prstGeom>
          <a:ln w="635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A71658-B87F-A74B-FA32-784BC24FE688}"/>
              </a:ext>
            </a:extLst>
          </p:cNvPr>
          <p:cNvCxnSpPr>
            <a:cxnSpLocks/>
          </p:cNvCxnSpPr>
          <p:nvPr/>
        </p:nvCxnSpPr>
        <p:spPr>
          <a:xfrm flipH="1">
            <a:off x="7492911" y="4567613"/>
            <a:ext cx="1423216" cy="0"/>
          </a:xfrm>
          <a:prstGeom prst="line">
            <a:avLst/>
          </a:prstGeom>
          <a:ln w="635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C5D7525-0D64-178F-57D9-B52A66241443}"/>
              </a:ext>
            </a:extLst>
          </p:cNvPr>
          <p:cNvCxnSpPr/>
          <p:nvPr/>
        </p:nvCxnSpPr>
        <p:spPr>
          <a:xfrm>
            <a:off x="10339343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D6C2B73-624A-5DDB-C161-10277870CD42}"/>
              </a:ext>
            </a:extLst>
          </p:cNvPr>
          <p:cNvCxnSpPr/>
          <p:nvPr/>
        </p:nvCxnSpPr>
        <p:spPr>
          <a:xfrm>
            <a:off x="11762559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61FB42A-6AD2-E2F3-D6A2-583C303BFB7E}"/>
              </a:ext>
            </a:extLst>
          </p:cNvPr>
          <p:cNvCxnSpPr/>
          <p:nvPr/>
        </p:nvCxnSpPr>
        <p:spPr>
          <a:xfrm>
            <a:off x="13185775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2C98708-A28B-7FDB-9F02-5BFA95B62D3B}"/>
              </a:ext>
            </a:extLst>
          </p:cNvPr>
          <p:cNvCxnSpPr/>
          <p:nvPr/>
        </p:nvCxnSpPr>
        <p:spPr>
          <a:xfrm>
            <a:off x="14608991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B45CB4E-0096-3B31-8BD4-DCA119009D3B}"/>
              </a:ext>
            </a:extLst>
          </p:cNvPr>
          <p:cNvCxnSpPr/>
          <p:nvPr/>
        </p:nvCxnSpPr>
        <p:spPr>
          <a:xfrm>
            <a:off x="16032207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E186D96-4FBF-10D1-10B3-5138848195A3}"/>
              </a:ext>
            </a:extLst>
          </p:cNvPr>
          <p:cNvCxnSpPr/>
          <p:nvPr/>
        </p:nvCxnSpPr>
        <p:spPr>
          <a:xfrm>
            <a:off x="17455423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DAEBCC97-1735-C756-9736-BADD8488989D}"/>
              </a:ext>
            </a:extLst>
          </p:cNvPr>
          <p:cNvCxnSpPr>
            <a:cxnSpLocks/>
          </p:cNvCxnSpPr>
          <p:nvPr/>
        </p:nvCxnSpPr>
        <p:spPr>
          <a:xfrm>
            <a:off x="4646479" y="5486400"/>
            <a:ext cx="5692864" cy="3057408"/>
          </a:xfrm>
          <a:prstGeom prst="bentConnector3">
            <a:avLst>
              <a:gd name="adj1" fmla="val 13949"/>
            </a:avLst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E6246ACC-6476-26BC-3175-E3449048848A}"/>
              </a:ext>
            </a:extLst>
          </p:cNvPr>
          <p:cNvCxnSpPr/>
          <p:nvPr/>
        </p:nvCxnSpPr>
        <p:spPr>
          <a:xfrm>
            <a:off x="6069695" y="714032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0813D4EA-361C-0C8B-C327-DAAEC6567F17}"/>
              </a:ext>
            </a:extLst>
          </p:cNvPr>
          <p:cNvSpPr txBox="1"/>
          <p:nvPr/>
        </p:nvSpPr>
        <p:spPr>
          <a:xfrm>
            <a:off x="6229265" y="677343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2CF7C107-6F4D-E635-4D57-FD399C54E7C3}"/>
              </a:ext>
            </a:extLst>
          </p:cNvPr>
          <p:cNvCxnSpPr/>
          <p:nvPr/>
        </p:nvCxnSpPr>
        <p:spPr>
          <a:xfrm>
            <a:off x="7492911" y="714032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5DC4B626-6915-9B36-3FFD-B363678593F4}"/>
              </a:ext>
            </a:extLst>
          </p:cNvPr>
          <p:cNvSpPr txBox="1"/>
          <p:nvPr/>
        </p:nvSpPr>
        <p:spPr>
          <a:xfrm>
            <a:off x="7652481" y="677343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63B33A8C-F838-8DF6-6507-29351D19CF6C}"/>
              </a:ext>
            </a:extLst>
          </p:cNvPr>
          <p:cNvCxnSpPr/>
          <p:nvPr/>
        </p:nvCxnSpPr>
        <p:spPr>
          <a:xfrm>
            <a:off x="8916127" y="714032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B2A5377C-8141-759F-EFB6-10E183B45012}"/>
              </a:ext>
            </a:extLst>
          </p:cNvPr>
          <p:cNvSpPr txBox="1"/>
          <p:nvPr/>
        </p:nvSpPr>
        <p:spPr>
          <a:xfrm>
            <a:off x="9075697" y="677343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7089587F-D5EF-BF7F-C146-53EE394B8826}"/>
              </a:ext>
            </a:extLst>
          </p:cNvPr>
          <p:cNvCxnSpPr/>
          <p:nvPr/>
        </p:nvCxnSpPr>
        <p:spPr>
          <a:xfrm>
            <a:off x="10339343" y="714032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081A6AF4-2793-7229-3DF6-822F66D2B307}"/>
              </a:ext>
            </a:extLst>
          </p:cNvPr>
          <p:cNvSpPr txBox="1"/>
          <p:nvPr/>
        </p:nvSpPr>
        <p:spPr>
          <a:xfrm>
            <a:off x="10498913" y="677343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F836FD8B-F9F6-D2A7-175F-0F4BA6D138A2}"/>
              </a:ext>
            </a:extLst>
          </p:cNvPr>
          <p:cNvCxnSpPr>
            <a:cxnSpLocks/>
          </p:cNvCxnSpPr>
          <p:nvPr/>
        </p:nvCxnSpPr>
        <p:spPr>
          <a:xfrm>
            <a:off x="10339342" y="5486400"/>
            <a:ext cx="12808945" cy="3057408"/>
          </a:xfrm>
          <a:prstGeom prst="bentConnector3">
            <a:avLst>
              <a:gd name="adj1" fmla="val 7961"/>
            </a:avLst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9E61AB14-A24D-93CF-E083-E0E84820CE93}"/>
              </a:ext>
            </a:extLst>
          </p:cNvPr>
          <p:cNvCxnSpPr>
            <a:cxnSpLocks/>
          </p:cNvCxnSpPr>
          <p:nvPr/>
        </p:nvCxnSpPr>
        <p:spPr>
          <a:xfrm>
            <a:off x="13185775" y="714032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AA6CE788-6B01-2C9D-BED2-3F1D165CB747}"/>
              </a:ext>
            </a:extLst>
          </p:cNvPr>
          <p:cNvSpPr txBox="1"/>
          <p:nvPr/>
        </p:nvSpPr>
        <p:spPr>
          <a:xfrm>
            <a:off x="13345345" y="677343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15EF1E6E-0F64-FA73-CDAF-647A32833923}"/>
              </a:ext>
            </a:extLst>
          </p:cNvPr>
          <p:cNvCxnSpPr>
            <a:cxnSpLocks/>
          </p:cNvCxnSpPr>
          <p:nvPr/>
        </p:nvCxnSpPr>
        <p:spPr>
          <a:xfrm>
            <a:off x="14608991" y="714032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6AA6BAAC-3C21-E7A9-88C2-3E8488A588B1}"/>
              </a:ext>
            </a:extLst>
          </p:cNvPr>
          <p:cNvSpPr txBox="1"/>
          <p:nvPr/>
        </p:nvSpPr>
        <p:spPr>
          <a:xfrm>
            <a:off x="14768561" y="677343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D9A38CC5-B9D8-5ADE-8FF2-092778884E43}"/>
              </a:ext>
            </a:extLst>
          </p:cNvPr>
          <p:cNvCxnSpPr>
            <a:cxnSpLocks/>
          </p:cNvCxnSpPr>
          <p:nvPr/>
        </p:nvCxnSpPr>
        <p:spPr>
          <a:xfrm>
            <a:off x="16032207" y="714032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47EBADF8-7832-35A7-E38A-5080464B2943}"/>
              </a:ext>
            </a:extLst>
          </p:cNvPr>
          <p:cNvSpPr txBox="1"/>
          <p:nvPr/>
        </p:nvSpPr>
        <p:spPr>
          <a:xfrm>
            <a:off x="16191777" y="677343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BCE66384-6E15-FA33-F31A-C03935492C01}"/>
              </a:ext>
            </a:extLst>
          </p:cNvPr>
          <p:cNvCxnSpPr>
            <a:cxnSpLocks/>
          </p:cNvCxnSpPr>
          <p:nvPr/>
        </p:nvCxnSpPr>
        <p:spPr>
          <a:xfrm>
            <a:off x="17455423" y="714032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EFEE0249-37A2-DBEB-09ED-9D4242B3F67F}"/>
              </a:ext>
            </a:extLst>
          </p:cNvPr>
          <p:cNvSpPr txBox="1"/>
          <p:nvPr/>
        </p:nvSpPr>
        <p:spPr>
          <a:xfrm>
            <a:off x="17614993" y="677343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C785B9FF-2341-9A0A-A382-EE9D8009D526}"/>
              </a:ext>
            </a:extLst>
          </p:cNvPr>
          <p:cNvCxnSpPr/>
          <p:nvPr/>
        </p:nvCxnSpPr>
        <p:spPr>
          <a:xfrm>
            <a:off x="18878639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EC07D8D7-57EA-784F-0DE8-8E0878404290}"/>
              </a:ext>
            </a:extLst>
          </p:cNvPr>
          <p:cNvCxnSpPr/>
          <p:nvPr/>
        </p:nvCxnSpPr>
        <p:spPr>
          <a:xfrm>
            <a:off x="20301855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21534972-BC6D-996D-FDC4-696AF77CD896}"/>
              </a:ext>
            </a:extLst>
          </p:cNvPr>
          <p:cNvCxnSpPr>
            <a:cxnSpLocks/>
          </p:cNvCxnSpPr>
          <p:nvPr/>
        </p:nvCxnSpPr>
        <p:spPr>
          <a:xfrm>
            <a:off x="18878639" y="714032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B78BB89D-C698-83D9-FD17-AB39CCDB9D53}"/>
              </a:ext>
            </a:extLst>
          </p:cNvPr>
          <p:cNvSpPr txBox="1"/>
          <p:nvPr/>
        </p:nvSpPr>
        <p:spPr>
          <a:xfrm>
            <a:off x="19038209" y="677343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8DE33A25-8DCF-4BCD-AA0C-E4910FDD77E5}"/>
              </a:ext>
            </a:extLst>
          </p:cNvPr>
          <p:cNvCxnSpPr>
            <a:cxnSpLocks/>
          </p:cNvCxnSpPr>
          <p:nvPr/>
        </p:nvCxnSpPr>
        <p:spPr>
          <a:xfrm>
            <a:off x="20301855" y="714032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TextBox 157">
            <a:extLst>
              <a:ext uri="{FF2B5EF4-FFF2-40B4-BE49-F238E27FC236}">
                <a16:creationId xmlns:a16="http://schemas.microsoft.com/office/drawing/2014/main" id="{B470C316-9030-A671-F7F7-78790A0389B7}"/>
              </a:ext>
            </a:extLst>
          </p:cNvPr>
          <p:cNvSpPr txBox="1"/>
          <p:nvPr/>
        </p:nvSpPr>
        <p:spPr>
          <a:xfrm>
            <a:off x="20461425" y="677343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4CB012A9-BE70-C709-D9D1-24B4F423ECA5}"/>
              </a:ext>
            </a:extLst>
          </p:cNvPr>
          <p:cNvCxnSpPr>
            <a:cxnSpLocks/>
          </p:cNvCxnSpPr>
          <p:nvPr/>
        </p:nvCxnSpPr>
        <p:spPr>
          <a:xfrm>
            <a:off x="21725071" y="714032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TextBox 165">
            <a:extLst>
              <a:ext uri="{FF2B5EF4-FFF2-40B4-BE49-F238E27FC236}">
                <a16:creationId xmlns:a16="http://schemas.microsoft.com/office/drawing/2014/main" id="{CC8BB0E4-E25A-6A59-3F49-BC13B67552BE}"/>
              </a:ext>
            </a:extLst>
          </p:cNvPr>
          <p:cNvSpPr txBox="1"/>
          <p:nvPr/>
        </p:nvSpPr>
        <p:spPr>
          <a:xfrm>
            <a:off x="21884641" y="677343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29104C5A-91E3-5B63-7740-02AFF8BBC73B}"/>
              </a:ext>
            </a:extLst>
          </p:cNvPr>
          <p:cNvCxnSpPr>
            <a:cxnSpLocks/>
          </p:cNvCxnSpPr>
          <p:nvPr/>
        </p:nvCxnSpPr>
        <p:spPr>
          <a:xfrm>
            <a:off x="23148287" y="714032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TextBox 169">
            <a:extLst>
              <a:ext uri="{FF2B5EF4-FFF2-40B4-BE49-F238E27FC236}">
                <a16:creationId xmlns:a16="http://schemas.microsoft.com/office/drawing/2014/main" id="{AACFF481-E285-1F05-1C97-FFB404219DBB}"/>
              </a:ext>
            </a:extLst>
          </p:cNvPr>
          <p:cNvSpPr txBox="1"/>
          <p:nvPr/>
        </p:nvSpPr>
        <p:spPr>
          <a:xfrm>
            <a:off x="23307857" y="677343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33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7D9E86F6-8E25-7954-C5C3-18D188C9456C}"/>
              </a:ext>
            </a:extLst>
          </p:cNvPr>
          <p:cNvSpPr txBox="1"/>
          <p:nvPr/>
        </p:nvSpPr>
        <p:spPr>
          <a:xfrm>
            <a:off x="7651659" y="-1525622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68C740AC-60BB-67B2-8682-EF7F49BA8826}"/>
              </a:ext>
            </a:extLst>
          </p:cNvPr>
          <p:cNvSpPr txBox="1"/>
          <p:nvPr/>
        </p:nvSpPr>
        <p:spPr>
          <a:xfrm>
            <a:off x="9074875" y="-1525622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B2445B34-75CC-76AD-7EE8-D2BD66B29AE7}"/>
              </a:ext>
            </a:extLst>
          </p:cNvPr>
          <p:cNvSpPr txBox="1"/>
          <p:nvPr/>
        </p:nvSpPr>
        <p:spPr>
          <a:xfrm>
            <a:off x="10498091" y="-1525622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18D39B56-96FA-8A2B-9B02-2024366E05CE}"/>
              </a:ext>
            </a:extLst>
          </p:cNvPr>
          <p:cNvCxnSpPr/>
          <p:nvPr/>
        </p:nvCxnSpPr>
        <p:spPr>
          <a:xfrm>
            <a:off x="21725071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77E062BA-309C-D958-D03A-7EDEA6A366C1}"/>
              </a:ext>
            </a:extLst>
          </p:cNvPr>
          <p:cNvCxnSpPr/>
          <p:nvPr/>
        </p:nvCxnSpPr>
        <p:spPr>
          <a:xfrm>
            <a:off x="23148287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4BA26C65-9BE3-D638-B47E-6A4607488864}"/>
              </a:ext>
            </a:extLst>
          </p:cNvPr>
          <p:cNvCxnSpPr/>
          <p:nvPr/>
        </p:nvCxnSpPr>
        <p:spPr>
          <a:xfrm>
            <a:off x="24504186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7D46D213-996A-F16B-EAE1-65F382C4445F}"/>
              </a:ext>
            </a:extLst>
          </p:cNvPr>
          <p:cNvCxnSpPr/>
          <p:nvPr/>
        </p:nvCxnSpPr>
        <p:spPr>
          <a:xfrm>
            <a:off x="25906266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4" name="Rectangle 293">
            <a:extLst>
              <a:ext uri="{FF2B5EF4-FFF2-40B4-BE49-F238E27FC236}">
                <a16:creationId xmlns:a16="http://schemas.microsoft.com/office/drawing/2014/main" id="{390C5D66-BCA1-243D-9E40-9669B29AE500}"/>
              </a:ext>
            </a:extLst>
          </p:cNvPr>
          <p:cNvSpPr/>
          <p:nvPr/>
        </p:nvSpPr>
        <p:spPr>
          <a:xfrm>
            <a:off x="16297183" y="840877"/>
            <a:ext cx="1590888" cy="134753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90"/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495DB928-E634-F210-4F31-A7479FB39B87}"/>
              </a:ext>
            </a:extLst>
          </p:cNvPr>
          <p:cNvSpPr txBox="1"/>
          <p:nvPr/>
        </p:nvSpPr>
        <p:spPr>
          <a:xfrm>
            <a:off x="16297183" y="1160690"/>
            <a:ext cx="1651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EVCS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0" name="Connector: Elbow 309">
            <a:extLst>
              <a:ext uri="{FF2B5EF4-FFF2-40B4-BE49-F238E27FC236}">
                <a16:creationId xmlns:a16="http://schemas.microsoft.com/office/drawing/2014/main" id="{96E1FA7F-2B03-0673-16C1-82AD5CF22EFD}"/>
              </a:ext>
            </a:extLst>
          </p:cNvPr>
          <p:cNvCxnSpPr>
            <a:cxnSpLocks/>
            <a:endCxn id="311" idx="0"/>
          </p:cNvCxnSpPr>
          <p:nvPr/>
        </p:nvCxnSpPr>
        <p:spPr>
          <a:xfrm rot="16200000" flipH="1">
            <a:off x="12955649" y="9499509"/>
            <a:ext cx="1278162" cy="772978"/>
          </a:xfrm>
          <a:prstGeom prst="bentConnector3">
            <a:avLst>
              <a:gd name="adj1" fmla="val 7076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1" name="Rectangle 310">
            <a:extLst>
              <a:ext uri="{FF2B5EF4-FFF2-40B4-BE49-F238E27FC236}">
                <a16:creationId xmlns:a16="http://schemas.microsoft.com/office/drawing/2014/main" id="{1F7ADA5A-EF0C-D3C0-CAEE-1C72AAF70F31}"/>
              </a:ext>
            </a:extLst>
          </p:cNvPr>
          <p:cNvSpPr/>
          <p:nvPr/>
        </p:nvSpPr>
        <p:spPr>
          <a:xfrm>
            <a:off x="13185775" y="10525079"/>
            <a:ext cx="1590888" cy="134753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90"/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F30874DE-2727-51A9-2377-B9922D62DCCF}"/>
              </a:ext>
            </a:extLst>
          </p:cNvPr>
          <p:cNvSpPr txBox="1"/>
          <p:nvPr/>
        </p:nvSpPr>
        <p:spPr>
          <a:xfrm>
            <a:off x="13185775" y="10844892"/>
            <a:ext cx="1651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EVCS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56EFDA86-725F-8283-A326-288D134F52D9}"/>
              </a:ext>
            </a:extLst>
          </p:cNvPr>
          <p:cNvSpPr/>
          <p:nvPr/>
        </p:nvSpPr>
        <p:spPr>
          <a:xfrm>
            <a:off x="21969727" y="840877"/>
            <a:ext cx="1590888" cy="134753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90"/>
          </a:p>
        </p:txBody>
      </p:sp>
      <p:sp>
        <p:nvSpPr>
          <p:cNvPr id="349" name="TextBox 348">
            <a:extLst>
              <a:ext uri="{FF2B5EF4-FFF2-40B4-BE49-F238E27FC236}">
                <a16:creationId xmlns:a16="http://schemas.microsoft.com/office/drawing/2014/main" id="{4B5E1D2F-0FBE-6C7A-916C-03F5451970D1}"/>
              </a:ext>
            </a:extLst>
          </p:cNvPr>
          <p:cNvSpPr txBox="1"/>
          <p:nvPr/>
        </p:nvSpPr>
        <p:spPr>
          <a:xfrm>
            <a:off x="21969727" y="1160690"/>
            <a:ext cx="1651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EVCS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1" name="Rectangle 350">
            <a:extLst>
              <a:ext uri="{FF2B5EF4-FFF2-40B4-BE49-F238E27FC236}">
                <a16:creationId xmlns:a16="http://schemas.microsoft.com/office/drawing/2014/main" id="{B1B5679D-BC12-E32F-DF27-9D4C2317B182}"/>
              </a:ext>
            </a:extLst>
          </p:cNvPr>
          <p:cNvSpPr/>
          <p:nvPr/>
        </p:nvSpPr>
        <p:spPr>
          <a:xfrm>
            <a:off x="10618699" y="840877"/>
            <a:ext cx="1590888" cy="134753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90"/>
          </a:p>
        </p:txBody>
      </p:sp>
      <p:sp>
        <p:nvSpPr>
          <p:cNvPr id="352" name="TextBox 351">
            <a:extLst>
              <a:ext uri="{FF2B5EF4-FFF2-40B4-BE49-F238E27FC236}">
                <a16:creationId xmlns:a16="http://schemas.microsoft.com/office/drawing/2014/main" id="{02FB696F-DA39-1F59-CC81-7A39B3407560}"/>
              </a:ext>
            </a:extLst>
          </p:cNvPr>
          <p:cNvSpPr txBox="1"/>
          <p:nvPr/>
        </p:nvSpPr>
        <p:spPr>
          <a:xfrm>
            <a:off x="10618699" y="1160690"/>
            <a:ext cx="1651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EVCS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825BD647-430F-BA5A-5B53-60389729B14E}"/>
              </a:ext>
            </a:extLst>
          </p:cNvPr>
          <p:cNvSpPr txBox="1"/>
          <p:nvPr/>
        </p:nvSpPr>
        <p:spPr>
          <a:xfrm>
            <a:off x="3298295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166A1621-CCA0-80D9-404E-8F9B3FF4B93D}"/>
              </a:ext>
            </a:extLst>
          </p:cNvPr>
          <p:cNvSpPr txBox="1"/>
          <p:nvPr/>
        </p:nvSpPr>
        <p:spPr>
          <a:xfrm>
            <a:off x="4806049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ADE907-F206-AB47-B533-213A108478F1}"/>
              </a:ext>
            </a:extLst>
          </p:cNvPr>
          <p:cNvSpPr txBox="1"/>
          <p:nvPr/>
        </p:nvSpPr>
        <p:spPr>
          <a:xfrm>
            <a:off x="6229265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E468A8-B501-C52E-D90C-798FCB771494}"/>
              </a:ext>
            </a:extLst>
          </p:cNvPr>
          <p:cNvSpPr txBox="1"/>
          <p:nvPr/>
        </p:nvSpPr>
        <p:spPr>
          <a:xfrm>
            <a:off x="7652481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32A59F-8974-555E-E73E-33FDA4CF8E5D}"/>
              </a:ext>
            </a:extLst>
          </p:cNvPr>
          <p:cNvSpPr txBox="1"/>
          <p:nvPr/>
        </p:nvSpPr>
        <p:spPr>
          <a:xfrm>
            <a:off x="9075697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0F5FD6-26F0-49D1-FCA8-7668A8AD025B}"/>
              </a:ext>
            </a:extLst>
          </p:cNvPr>
          <p:cNvSpPr txBox="1"/>
          <p:nvPr/>
        </p:nvSpPr>
        <p:spPr>
          <a:xfrm>
            <a:off x="10498913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352E15-BB97-D62E-0914-24A4FB21CCA6}"/>
              </a:ext>
            </a:extLst>
          </p:cNvPr>
          <p:cNvSpPr txBox="1"/>
          <p:nvPr/>
        </p:nvSpPr>
        <p:spPr>
          <a:xfrm>
            <a:off x="11922129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94D5B4-71E4-DAF6-E8C9-1BF9DBA1DB46}"/>
              </a:ext>
            </a:extLst>
          </p:cNvPr>
          <p:cNvSpPr txBox="1"/>
          <p:nvPr/>
        </p:nvSpPr>
        <p:spPr>
          <a:xfrm>
            <a:off x="13345345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9FDC34A-DDBA-966D-BCC6-F3A266BA8189}"/>
              </a:ext>
            </a:extLst>
          </p:cNvPr>
          <p:cNvSpPr txBox="1"/>
          <p:nvPr/>
        </p:nvSpPr>
        <p:spPr>
          <a:xfrm>
            <a:off x="14768561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8EFF7CF-C101-A82E-2BEC-1A9AC37648DD}"/>
              </a:ext>
            </a:extLst>
          </p:cNvPr>
          <p:cNvSpPr txBox="1"/>
          <p:nvPr/>
        </p:nvSpPr>
        <p:spPr>
          <a:xfrm>
            <a:off x="16191777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4B2BE3B-256E-4216-FEAC-FD246AC84ADE}"/>
              </a:ext>
            </a:extLst>
          </p:cNvPr>
          <p:cNvSpPr txBox="1"/>
          <p:nvPr/>
        </p:nvSpPr>
        <p:spPr>
          <a:xfrm>
            <a:off x="17614993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E6F4FFD4-FE0B-764A-8D4A-C4BC8923DC3E}"/>
              </a:ext>
            </a:extLst>
          </p:cNvPr>
          <p:cNvSpPr txBox="1"/>
          <p:nvPr/>
        </p:nvSpPr>
        <p:spPr>
          <a:xfrm>
            <a:off x="19038209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A688D314-5EC7-943D-1612-B3E2A9CD66B0}"/>
              </a:ext>
            </a:extLst>
          </p:cNvPr>
          <p:cNvSpPr txBox="1"/>
          <p:nvPr/>
        </p:nvSpPr>
        <p:spPr>
          <a:xfrm>
            <a:off x="20461425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2ADB4087-2239-DEFE-CAF6-AADFC261C955}"/>
              </a:ext>
            </a:extLst>
          </p:cNvPr>
          <p:cNvSpPr txBox="1"/>
          <p:nvPr/>
        </p:nvSpPr>
        <p:spPr>
          <a:xfrm>
            <a:off x="21884641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973D8A2E-69B7-F787-7011-E846698AA00F}"/>
              </a:ext>
            </a:extLst>
          </p:cNvPr>
          <p:cNvSpPr txBox="1"/>
          <p:nvPr/>
        </p:nvSpPr>
        <p:spPr>
          <a:xfrm>
            <a:off x="23307857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8EADCBAE-45DD-632F-36A3-CDBCC9882AA6}"/>
              </a:ext>
            </a:extLst>
          </p:cNvPr>
          <p:cNvSpPr txBox="1"/>
          <p:nvPr/>
        </p:nvSpPr>
        <p:spPr>
          <a:xfrm>
            <a:off x="24663756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1C8110F0-956D-F01E-4D1E-B18B27448F59}"/>
              </a:ext>
            </a:extLst>
          </p:cNvPr>
          <p:cNvSpPr txBox="1"/>
          <p:nvPr/>
        </p:nvSpPr>
        <p:spPr>
          <a:xfrm>
            <a:off x="26065836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42E2311F-B29D-6BF3-BA39-CEDDCABD3C89}"/>
              </a:ext>
            </a:extLst>
          </p:cNvPr>
          <p:cNvSpPr txBox="1"/>
          <p:nvPr/>
        </p:nvSpPr>
        <p:spPr>
          <a:xfrm>
            <a:off x="27549196" y="279724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8" name="Connector: Elbow 337">
            <a:extLst>
              <a:ext uri="{FF2B5EF4-FFF2-40B4-BE49-F238E27FC236}">
                <a16:creationId xmlns:a16="http://schemas.microsoft.com/office/drawing/2014/main" id="{B516277D-5846-8A65-8FEC-F330544E3F2C}"/>
              </a:ext>
            </a:extLst>
          </p:cNvPr>
          <p:cNvCxnSpPr>
            <a:cxnSpLocks/>
            <a:endCxn id="294" idx="2"/>
          </p:cNvCxnSpPr>
          <p:nvPr/>
        </p:nvCxnSpPr>
        <p:spPr>
          <a:xfrm rot="5400000" flipH="1" flipV="1">
            <a:off x="15743015" y="2497922"/>
            <a:ext cx="1659124" cy="1040100"/>
          </a:xfrm>
          <a:prstGeom prst="bentConnector3">
            <a:avLst>
              <a:gd name="adj1" fmla="val -215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: Elbow 349">
            <a:extLst>
              <a:ext uri="{FF2B5EF4-FFF2-40B4-BE49-F238E27FC236}">
                <a16:creationId xmlns:a16="http://schemas.microsoft.com/office/drawing/2014/main" id="{33E3E869-48F3-F483-5205-A698458F91ED}"/>
              </a:ext>
            </a:extLst>
          </p:cNvPr>
          <p:cNvCxnSpPr>
            <a:cxnSpLocks/>
            <a:endCxn id="348" idx="2"/>
          </p:cNvCxnSpPr>
          <p:nvPr/>
        </p:nvCxnSpPr>
        <p:spPr>
          <a:xfrm rot="5400000" flipH="1" flipV="1">
            <a:off x="21415559" y="2497922"/>
            <a:ext cx="1659124" cy="1040100"/>
          </a:xfrm>
          <a:prstGeom prst="bentConnector3">
            <a:avLst>
              <a:gd name="adj1" fmla="val -215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: Elbow 352">
            <a:extLst>
              <a:ext uri="{FF2B5EF4-FFF2-40B4-BE49-F238E27FC236}">
                <a16:creationId xmlns:a16="http://schemas.microsoft.com/office/drawing/2014/main" id="{472A9586-7351-A3B4-03C0-F0CD1682972C}"/>
              </a:ext>
            </a:extLst>
          </p:cNvPr>
          <p:cNvCxnSpPr>
            <a:cxnSpLocks/>
            <a:endCxn id="351" idx="2"/>
          </p:cNvCxnSpPr>
          <p:nvPr/>
        </p:nvCxnSpPr>
        <p:spPr>
          <a:xfrm rot="5400000" flipH="1" flipV="1">
            <a:off x="10064531" y="2497922"/>
            <a:ext cx="1659124" cy="1040100"/>
          </a:xfrm>
          <a:prstGeom prst="bentConnector3">
            <a:avLst>
              <a:gd name="adj1" fmla="val -215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4" name="Rectangle 353">
            <a:extLst>
              <a:ext uri="{FF2B5EF4-FFF2-40B4-BE49-F238E27FC236}">
                <a16:creationId xmlns:a16="http://schemas.microsoft.com/office/drawing/2014/main" id="{3EB57186-8395-9513-85E0-784759C96D2B}"/>
              </a:ext>
            </a:extLst>
          </p:cNvPr>
          <p:cNvSpPr/>
          <p:nvPr/>
        </p:nvSpPr>
        <p:spPr>
          <a:xfrm>
            <a:off x="7238193" y="-3448553"/>
            <a:ext cx="1590888" cy="134753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90"/>
          </a:p>
        </p:txBody>
      </p:sp>
      <p:sp>
        <p:nvSpPr>
          <p:cNvPr id="355" name="TextBox 354">
            <a:extLst>
              <a:ext uri="{FF2B5EF4-FFF2-40B4-BE49-F238E27FC236}">
                <a16:creationId xmlns:a16="http://schemas.microsoft.com/office/drawing/2014/main" id="{7D32D485-1636-C016-3289-94FB0F5C6175}"/>
              </a:ext>
            </a:extLst>
          </p:cNvPr>
          <p:cNvSpPr txBox="1"/>
          <p:nvPr/>
        </p:nvSpPr>
        <p:spPr>
          <a:xfrm>
            <a:off x="7238193" y="-3128740"/>
            <a:ext cx="1651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EVCS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6" name="TextBox 355">
            <a:extLst>
              <a:ext uri="{FF2B5EF4-FFF2-40B4-BE49-F238E27FC236}">
                <a16:creationId xmlns:a16="http://schemas.microsoft.com/office/drawing/2014/main" id="{48BB6044-63BB-DC03-36FF-F0619CF59FE0}"/>
              </a:ext>
            </a:extLst>
          </p:cNvPr>
          <p:cNvSpPr txBox="1"/>
          <p:nvPr/>
        </p:nvSpPr>
        <p:spPr>
          <a:xfrm>
            <a:off x="8854559" y="-3101070"/>
            <a:ext cx="5241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EVCS Location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8" name="Straight Connector 357">
            <a:extLst>
              <a:ext uri="{FF2B5EF4-FFF2-40B4-BE49-F238E27FC236}">
                <a16:creationId xmlns:a16="http://schemas.microsoft.com/office/drawing/2014/main" id="{E8146A00-123E-1303-7BD1-E58347DEBCC3}"/>
              </a:ext>
            </a:extLst>
          </p:cNvPr>
          <p:cNvCxnSpPr>
            <a:cxnSpLocks/>
          </p:cNvCxnSpPr>
          <p:nvPr/>
        </p:nvCxnSpPr>
        <p:spPr>
          <a:xfrm flipH="1">
            <a:off x="17943843" y="-2629140"/>
            <a:ext cx="1985124" cy="0"/>
          </a:xfrm>
          <a:prstGeom prst="line">
            <a:avLst/>
          </a:prstGeom>
          <a:ln w="1016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Connector: Elbow 413">
            <a:extLst>
              <a:ext uri="{FF2B5EF4-FFF2-40B4-BE49-F238E27FC236}">
                <a16:creationId xmlns:a16="http://schemas.microsoft.com/office/drawing/2014/main" id="{D65F0833-0C5B-B407-7F96-0BAAF0FEB5DD}"/>
              </a:ext>
            </a:extLst>
          </p:cNvPr>
          <p:cNvCxnSpPr>
            <a:cxnSpLocks/>
          </p:cNvCxnSpPr>
          <p:nvPr/>
        </p:nvCxnSpPr>
        <p:spPr>
          <a:xfrm flipV="1">
            <a:off x="6047737" y="177709"/>
            <a:ext cx="4277452" cy="3655646"/>
          </a:xfrm>
          <a:prstGeom prst="bentConnector3">
            <a:avLst>
              <a:gd name="adj1" fmla="val 22416"/>
            </a:avLst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BA51146F-A368-721C-3355-8E5748AE3CF9}"/>
              </a:ext>
            </a:extLst>
          </p:cNvPr>
          <p:cNvSpPr/>
          <p:nvPr/>
        </p:nvSpPr>
        <p:spPr>
          <a:xfrm>
            <a:off x="18561075" y="840877"/>
            <a:ext cx="1590888" cy="13475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9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B9A453E-B377-96A3-882E-1EEC1CEE9891}"/>
              </a:ext>
            </a:extLst>
          </p:cNvPr>
          <p:cNvSpPr txBox="1"/>
          <p:nvPr/>
        </p:nvSpPr>
        <p:spPr>
          <a:xfrm>
            <a:off x="18561075" y="1160690"/>
            <a:ext cx="1651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BESS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46E0DC4-F14D-B472-E45C-1A4A65B45530}"/>
              </a:ext>
            </a:extLst>
          </p:cNvPr>
          <p:cNvCxnSpPr>
            <a:cxnSpLocks/>
            <a:stCxn id="36" idx="1"/>
          </p:cNvCxnSpPr>
          <p:nvPr/>
        </p:nvCxnSpPr>
        <p:spPr>
          <a:xfrm flipH="1">
            <a:off x="17895620" y="1514633"/>
            <a:ext cx="665455" cy="0"/>
          </a:xfrm>
          <a:prstGeom prst="line">
            <a:avLst/>
          </a:prstGeom>
          <a:ln w="381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7EB5C5EE-CB24-4003-491E-0EE8FDFA3F3B}"/>
              </a:ext>
            </a:extLst>
          </p:cNvPr>
          <p:cNvSpPr/>
          <p:nvPr/>
        </p:nvSpPr>
        <p:spPr>
          <a:xfrm>
            <a:off x="24224467" y="840877"/>
            <a:ext cx="1590888" cy="13475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9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634C40D-A6A3-67E4-C124-06DC758C8445}"/>
              </a:ext>
            </a:extLst>
          </p:cNvPr>
          <p:cNvSpPr txBox="1"/>
          <p:nvPr/>
        </p:nvSpPr>
        <p:spPr>
          <a:xfrm>
            <a:off x="24224467" y="1160690"/>
            <a:ext cx="1651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BESS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3B629AC-D614-9F2D-E97F-2B4CEE167463}"/>
              </a:ext>
            </a:extLst>
          </p:cNvPr>
          <p:cNvCxnSpPr>
            <a:cxnSpLocks/>
            <a:stCxn id="39" idx="1"/>
          </p:cNvCxnSpPr>
          <p:nvPr/>
        </p:nvCxnSpPr>
        <p:spPr>
          <a:xfrm flipH="1">
            <a:off x="23559012" y="1514633"/>
            <a:ext cx="665455" cy="0"/>
          </a:xfrm>
          <a:prstGeom prst="line">
            <a:avLst/>
          </a:prstGeom>
          <a:ln w="381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91ABFE5E-F1DC-7C5D-0D4B-FBA8D848EF9A}"/>
              </a:ext>
            </a:extLst>
          </p:cNvPr>
          <p:cNvCxnSpPr>
            <a:cxnSpLocks/>
            <a:endCxn id="42" idx="0"/>
          </p:cNvCxnSpPr>
          <p:nvPr/>
        </p:nvCxnSpPr>
        <p:spPr>
          <a:xfrm rot="16200000" flipH="1">
            <a:off x="27137034" y="5669447"/>
            <a:ext cx="1278162" cy="772978"/>
          </a:xfrm>
          <a:prstGeom prst="bentConnector3">
            <a:avLst>
              <a:gd name="adj1" fmla="val 7076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D0A86E0E-F3F6-E0B0-6B8C-7ADE2501EFEF}"/>
              </a:ext>
            </a:extLst>
          </p:cNvPr>
          <p:cNvSpPr/>
          <p:nvPr/>
        </p:nvSpPr>
        <p:spPr>
          <a:xfrm>
            <a:off x="27367160" y="6695017"/>
            <a:ext cx="1590888" cy="134753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9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61DA505-D649-23D3-E052-A276A340FD0B}"/>
              </a:ext>
            </a:extLst>
          </p:cNvPr>
          <p:cNvSpPr txBox="1"/>
          <p:nvPr/>
        </p:nvSpPr>
        <p:spPr>
          <a:xfrm>
            <a:off x="27367160" y="7014830"/>
            <a:ext cx="1651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EVCS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5A7F946-01E8-7DA7-7552-4D9C300F7CA9}"/>
              </a:ext>
            </a:extLst>
          </p:cNvPr>
          <p:cNvSpPr/>
          <p:nvPr/>
        </p:nvSpPr>
        <p:spPr>
          <a:xfrm>
            <a:off x="25094984" y="6687203"/>
            <a:ext cx="1590888" cy="13475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9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AD9AC6C-BF1D-A7AF-C0AD-85BED36683DD}"/>
              </a:ext>
            </a:extLst>
          </p:cNvPr>
          <p:cNvSpPr txBox="1"/>
          <p:nvPr/>
        </p:nvSpPr>
        <p:spPr>
          <a:xfrm>
            <a:off x="25094984" y="7007016"/>
            <a:ext cx="1651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BESS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278D203-8A9E-57B1-20E5-96C7EB937E6F}"/>
              </a:ext>
            </a:extLst>
          </p:cNvPr>
          <p:cNvCxnSpPr>
            <a:cxnSpLocks/>
            <a:stCxn id="48" idx="3"/>
            <a:endCxn id="43" idx="1"/>
          </p:cNvCxnSpPr>
          <p:nvPr/>
        </p:nvCxnSpPr>
        <p:spPr>
          <a:xfrm>
            <a:off x="26746832" y="7360959"/>
            <a:ext cx="620328" cy="7814"/>
          </a:xfrm>
          <a:prstGeom prst="line">
            <a:avLst/>
          </a:prstGeom>
          <a:ln w="381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866027E2-6FB0-7F4F-3317-99CB76014E9F}"/>
              </a:ext>
            </a:extLst>
          </p:cNvPr>
          <p:cNvSpPr/>
          <p:nvPr/>
        </p:nvSpPr>
        <p:spPr>
          <a:xfrm>
            <a:off x="12617519" y="-3448553"/>
            <a:ext cx="1590888" cy="13475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9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97AB8A8-801E-5A87-389F-006526274B70}"/>
              </a:ext>
            </a:extLst>
          </p:cNvPr>
          <p:cNvSpPr txBox="1"/>
          <p:nvPr/>
        </p:nvSpPr>
        <p:spPr>
          <a:xfrm>
            <a:off x="12617519" y="-3128740"/>
            <a:ext cx="1651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BESS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69F39EA-9C4C-3EDF-97CA-673718111934}"/>
              </a:ext>
            </a:extLst>
          </p:cNvPr>
          <p:cNvSpPr txBox="1"/>
          <p:nvPr/>
        </p:nvSpPr>
        <p:spPr>
          <a:xfrm>
            <a:off x="14199751" y="-3101070"/>
            <a:ext cx="5241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BESS Location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A990E106-4A6C-A19B-6C9A-E8F92130BF0F}"/>
              </a:ext>
            </a:extLst>
          </p:cNvPr>
          <p:cNvSpPr txBox="1"/>
          <p:nvPr/>
        </p:nvSpPr>
        <p:spPr>
          <a:xfrm>
            <a:off x="20022726" y="-3101070"/>
            <a:ext cx="5241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Voltage Critical Bus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33FD7529-0AF2-528D-3C0A-335883D01297}"/>
              </a:ext>
            </a:extLst>
          </p:cNvPr>
          <p:cNvCxnSpPr/>
          <p:nvPr/>
        </p:nvCxnSpPr>
        <p:spPr>
          <a:xfrm>
            <a:off x="27389626" y="3164133"/>
            <a:ext cx="0" cy="2743200"/>
          </a:xfrm>
          <a:prstGeom prst="line">
            <a:avLst/>
          </a:prstGeom>
          <a:ln w="1016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46C1BBC9-7448-A87A-EA49-106E9FECA700}"/>
              </a:ext>
            </a:extLst>
          </p:cNvPr>
          <p:cNvCxnSpPr>
            <a:cxnSpLocks/>
            <a:endCxn id="19" idx="0"/>
          </p:cNvCxnSpPr>
          <p:nvPr/>
        </p:nvCxnSpPr>
        <p:spPr>
          <a:xfrm rot="16200000" flipH="1">
            <a:off x="10101115" y="9499509"/>
            <a:ext cx="1278162" cy="772978"/>
          </a:xfrm>
          <a:prstGeom prst="bentConnector3">
            <a:avLst>
              <a:gd name="adj1" fmla="val 7076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B93D3441-0962-A131-19AA-C9BF93359876}"/>
              </a:ext>
            </a:extLst>
          </p:cNvPr>
          <p:cNvSpPr/>
          <p:nvPr/>
        </p:nvSpPr>
        <p:spPr>
          <a:xfrm>
            <a:off x="10331241" y="10525079"/>
            <a:ext cx="1590888" cy="134753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9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0CD2327-6E4C-2461-4D91-81E20E6CFDB8}"/>
              </a:ext>
            </a:extLst>
          </p:cNvPr>
          <p:cNvSpPr txBox="1"/>
          <p:nvPr/>
        </p:nvSpPr>
        <p:spPr>
          <a:xfrm>
            <a:off x="10331241" y="10844892"/>
            <a:ext cx="1651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EVCS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F24C32C-F5F8-562F-2A88-E087ED2AE13E}"/>
              </a:ext>
            </a:extLst>
          </p:cNvPr>
          <p:cNvSpPr txBox="1"/>
          <p:nvPr/>
        </p:nvSpPr>
        <p:spPr>
          <a:xfrm>
            <a:off x="18207110" y="117516"/>
            <a:ext cx="23816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30.09 kW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FC4F4D7-3121-866C-F921-A56776D45827}"/>
              </a:ext>
            </a:extLst>
          </p:cNvPr>
          <p:cNvSpPr txBox="1"/>
          <p:nvPr/>
        </p:nvSpPr>
        <p:spPr>
          <a:xfrm>
            <a:off x="23841328" y="117516"/>
            <a:ext cx="23816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240 kW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E998213-05E9-E287-CD02-22B7C5F1E70B}"/>
              </a:ext>
            </a:extLst>
          </p:cNvPr>
          <p:cNvSpPr txBox="1"/>
          <p:nvPr/>
        </p:nvSpPr>
        <p:spPr>
          <a:xfrm>
            <a:off x="24715449" y="8045969"/>
            <a:ext cx="23816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240 kW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D0BCBEA-365D-BC2A-8CB3-6C6897683CE2}"/>
              </a:ext>
            </a:extLst>
          </p:cNvPr>
          <p:cNvCxnSpPr/>
          <p:nvPr/>
        </p:nvCxnSpPr>
        <p:spPr>
          <a:xfrm>
            <a:off x="3223263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7709325-0021-A3CD-796C-4C84B712504F}"/>
              </a:ext>
            </a:extLst>
          </p:cNvPr>
          <p:cNvCxnSpPr/>
          <p:nvPr/>
        </p:nvCxnSpPr>
        <p:spPr>
          <a:xfrm>
            <a:off x="4646479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3A27261-95E2-5DDC-FAD7-50E7B737FFBB}"/>
              </a:ext>
            </a:extLst>
          </p:cNvPr>
          <p:cNvCxnSpPr/>
          <p:nvPr/>
        </p:nvCxnSpPr>
        <p:spPr>
          <a:xfrm>
            <a:off x="6069695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7B876B5-8313-4F3D-A0AA-949ADA757FD7}"/>
              </a:ext>
            </a:extLst>
          </p:cNvPr>
          <p:cNvCxnSpPr/>
          <p:nvPr/>
        </p:nvCxnSpPr>
        <p:spPr>
          <a:xfrm>
            <a:off x="7492911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1E3BB0D-A9C6-6BC2-9FC9-B78824C7552F}"/>
              </a:ext>
            </a:extLst>
          </p:cNvPr>
          <p:cNvCxnSpPr/>
          <p:nvPr/>
        </p:nvCxnSpPr>
        <p:spPr>
          <a:xfrm>
            <a:off x="8916127" y="316413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776172A0-2FFC-9941-4EDC-CF923F21FE73}"/>
              </a:ext>
            </a:extLst>
          </p:cNvPr>
          <p:cNvCxnSpPr/>
          <p:nvPr/>
        </p:nvCxnSpPr>
        <p:spPr>
          <a:xfrm>
            <a:off x="7492089" y="-1158732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D6A13324-E06A-92E9-A4C8-3DC2ADD50D2F}"/>
              </a:ext>
            </a:extLst>
          </p:cNvPr>
          <p:cNvCxnSpPr/>
          <p:nvPr/>
        </p:nvCxnSpPr>
        <p:spPr>
          <a:xfrm>
            <a:off x="8915305" y="-1158732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A2883604-7E45-F560-1CDE-7A88D1EBFD06}"/>
              </a:ext>
            </a:extLst>
          </p:cNvPr>
          <p:cNvCxnSpPr/>
          <p:nvPr/>
        </p:nvCxnSpPr>
        <p:spPr>
          <a:xfrm>
            <a:off x="10338521" y="-1158732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2476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AE8E5-2A11-1942-EEAD-D3A585BED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77F9C6F-3E9B-5B14-8501-E919C0EF8656}"/>
              </a:ext>
            </a:extLst>
          </p:cNvPr>
          <p:cNvCxnSpPr>
            <a:cxnSpLocks/>
          </p:cNvCxnSpPr>
          <p:nvPr/>
        </p:nvCxnSpPr>
        <p:spPr>
          <a:xfrm flipH="1">
            <a:off x="10921584" y="3657588"/>
            <a:ext cx="17031697" cy="0"/>
          </a:xfrm>
          <a:prstGeom prst="line">
            <a:avLst/>
          </a:prstGeom>
          <a:ln w="635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745BF75-D421-7D47-A018-C65DF9B69CEB}"/>
              </a:ext>
            </a:extLst>
          </p:cNvPr>
          <p:cNvCxnSpPr>
            <a:cxnSpLocks/>
          </p:cNvCxnSpPr>
          <p:nvPr/>
        </p:nvCxnSpPr>
        <p:spPr>
          <a:xfrm flipH="1">
            <a:off x="9498368" y="3657588"/>
            <a:ext cx="1423216" cy="0"/>
          </a:xfrm>
          <a:prstGeom prst="line">
            <a:avLst/>
          </a:prstGeom>
          <a:ln w="635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C932AFFE-FD97-67ED-EA8C-9206F8818E66}"/>
              </a:ext>
            </a:extLst>
          </p:cNvPr>
          <p:cNvSpPr/>
          <p:nvPr/>
        </p:nvSpPr>
        <p:spPr>
          <a:xfrm>
            <a:off x="1085169" y="2937508"/>
            <a:ext cx="1440183" cy="1440183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>
                <a:solidFill>
                  <a:schemeClr val="tx1"/>
                </a:solidFill>
              </a:rPr>
              <a:t>~</a:t>
            </a:r>
            <a:endParaRPr lang="en-AU" sz="8000">
              <a:solidFill>
                <a:schemeClr val="tx1"/>
              </a:solidFill>
            </a:endParaRP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9C5E765-65AD-AD06-4E3A-6FF5FC93F695}"/>
              </a:ext>
            </a:extLst>
          </p:cNvPr>
          <p:cNvCxnSpPr>
            <a:cxnSpLocks/>
            <a:endCxn id="50" idx="6"/>
          </p:cNvCxnSpPr>
          <p:nvPr/>
        </p:nvCxnSpPr>
        <p:spPr>
          <a:xfrm flipH="1">
            <a:off x="2525344" y="3657588"/>
            <a:ext cx="1280160" cy="0"/>
          </a:xfrm>
          <a:prstGeom prst="line">
            <a:avLst/>
          </a:prstGeom>
          <a:ln w="635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E2A31EC-BA99-0244-954A-FA4D2F165D44}"/>
              </a:ext>
            </a:extLst>
          </p:cNvPr>
          <p:cNvCxnSpPr>
            <a:cxnSpLocks/>
          </p:cNvCxnSpPr>
          <p:nvPr/>
        </p:nvCxnSpPr>
        <p:spPr>
          <a:xfrm flipH="1">
            <a:off x="3805504" y="3657588"/>
            <a:ext cx="1423216" cy="0"/>
          </a:xfrm>
          <a:prstGeom prst="line">
            <a:avLst/>
          </a:prstGeom>
          <a:ln w="635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3F469191-7180-B86F-337C-A6D826EEC5F3}"/>
              </a:ext>
            </a:extLst>
          </p:cNvPr>
          <p:cNvCxnSpPr>
            <a:cxnSpLocks/>
          </p:cNvCxnSpPr>
          <p:nvPr/>
        </p:nvCxnSpPr>
        <p:spPr>
          <a:xfrm flipH="1">
            <a:off x="5228720" y="3657588"/>
            <a:ext cx="1423216" cy="0"/>
          </a:xfrm>
          <a:prstGeom prst="line">
            <a:avLst/>
          </a:prstGeom>
          <a:ln w="635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D40781B2-E117-BD12-33E0-E551E6E0D468}"/>
              </a:ext>
            </a:extLst>
          </p:cNvPr>
          <p:cNvCxnSpPr>
            <a:cxnSpLocks/>
          </p:cNvCxnSpPr>
          <p:nvPr/>
        </p:nvCxnSpPr>
        <p:spPr>
          <a:xfrm flipH="1">
            <a:off x="6651936" y="3657588"/>
            <a:ext cx="1423216" cy="0"/>
          </a:xfrm>
          <a:prstGeom prst="line">
            <a:avLst/>
          </a:prstGeom>
          <a:ln w="635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49E30722-B478-468C-04CC-B42ADBA96F13}"/>
              </a:ext>
            </a:extLst>
          </p:cNvPr>
          <p:cNvCxnSpPr>
            <a:cxnSpLocks/>
          </p:cNvCxnSpPr>
          <p:nvPr/>
        </p:nvCxnSpPr>
        <p:spPr>
          <a:xfrm flipH="1">
            <a:off x="8075152" y="3657588"/>
            <a:ext cx="1423216" cy="0"/>
          </a:xfrm>
          <a:prstGeom prst="line">
            <a:avLst/>
          </a:prstGeom>
          <a:ln w="635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60151B94-AC63-5E7F-56A9-672BB025C8D7}"/>
              </a:ext>
            </a:extLst>
          </p:cNvPr>
          <p:cNvCxnSpPr/>
          <p:nvPr/>
        </p:nvCxnSpPr>
        <p:spPr>
          <a:xfrm>
            <a:off x="10921584" y="225410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3F8350A-2792-EEEF-F180-84E6B893287F}"/>
              </a:ext>
            </a:extLst>
          </p:cNvPr>
          <p:cNvCxnSpPr/>
          <p:nvPr/>
        </p:nvCxnSpPr>
        <p:spPr>
          <a:xfrm>
            <a:off x="12344800" y="225410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CD6A8C73-8694-0F19-60BD-7E31023AD898}"/>
              </a:ext>
            </a:extLst>
          </p:cNvPr>
          <p:cNvCxnSpPr/>
          <p:nvPr/>
        </p:nvCxnSpPr>
        <p:spPr>
          <a:xfrm>
            <a:off x="13768016" y="225410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CFA8F117-0C08-B5DF-AF50-BE1EBD3D83D6}"/>
              </a:ext>
            </a:extLst>
          </p:cNvPr>
          <p:cNvCxnSpPr/>
          <p:nvPr/>
        </p:nvCxnSpPr>
        <p:spPr>
          <a:xfrm>
            <a:off x="15191232" y="225410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0BA10DB6-864D-E1C2-4396-3A932DFA2670}"/>
              </a:ext>
            </a:extLst>
          </p:cNvPr>
          <p:cNvCxnSpPr/>
          <p:nvPr/>
        </p:nvCxnSpPr>
        <p:spPr>
          <a:xfrm>
            <a:off x="16614448" y="225410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68ECCA15-8E7B-8FD5-5D6D-6AF37633D048}"/>
              </a:ext>
            </a:extLst>
          </p:cNvPr>
          <p:cNvCxnSpPr/>
          <p:nvPr/>
        </p:nvCxnSpPr>
        <p:spPr>
          <a:xfrm>
            <a:off x="18037664" y="225410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3712D000-7DDE-3E5B-DCCF-441D9D832A68}"/>
              </a:ext>
            </a:extLst>
          </p:cNvPr>
          <p:cNvCxnSpPr>
            <a:cxnSpLocks/>
          </p:cNvCxnSpPr>
          <p:nvPr/>
        </p:nvCxnSpPr>
        <p:spPr>
          <a:xfrm>
            <a:off x="5228720" y="4576375"/>
            <a:ext cx="5692864" cy="3057408"/>
          </a:xfrm>
          <a:prstGeom prst="bentConnector3">
            <a:avLst>
              <a:gd name="adj1" fmla="val 13949"/>
            </a:avLst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4D73486C-3FDE-615D-DFC9-D8C6F001F2EB}"/>
              </a:ext>
            </a:extLst>
          </p:cNvPr>
          <p:cNvCxnSpPr/>
          <p:nvPr/>
        </p:nvCxnSpPr>
        <p:spPr>
          <a:xfrm>
            <a:off x="6651936" y="623030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EAE23746-35F5-AFDF-1741-2B36992A1AE4}"/>
              </a:ext>
            </a:extLst>
          </p:cNvPr>
          <p:cNvSpPr txBox="1"/>
          <p:nvPr/>
        </p:nvSpPr>
        <p:spPr>
          <a:xfrm>
            <a:off x="6811506" y="586341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15B6EDBC-C7C6-233A-73FB-585812AD4F1B}"/>
              </a:ext>
            </a:extLst>
          </p:cNvPr>
          <p:cNvCxnSpPr/>
          <p:nvPr/>
        </p:nvCxnSpPr>
        <p:spPr>
          <a:xfrm>
            <a:off x="8075152" y="623030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20F5A6F4-6202-4773-389A-EDABB348F76D}"/>
              </a:ext>
            </a:extLst>
          </p:cNvPr>
          <p:cNvSpPr txBox="1"/>
          <p:nvPr/>
        </p:nvSpPr>
        <p:spPr>
          <a:xfrm>
            <a:off x="8234722" y="586341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F1FF7E82-6CE8-666B-AE98-473303A0A691}"/>
              </a:ext>
            </a:extLst>
          </p:cNvPr>
          <p:cNvCxnSpPr/>
          <p:nvPr/>
        </p:nvCxnSpPr>
        <p:spPr>
          <a:xfrm>
            <a:off x="9498368" y="623030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65923B42-BF23-4B0A-B1EF-195008B74B29}"/>
              </a:ext>
            </a:extLst>
          </p:cNvPr>
          <p:cNvSpPr txBox="1"/>
          <p:nvPr/>
        </p:nvSpPr>
        <p:spPr>
          <a:xfrm>
            <a:off x="9657938" y="586341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F92DB56E-E8A5-932E-0E49-1AFFD8FB10B2}"/>
              </a:ext>
            </a:extLst>
          </p:cNvPr>
          <p:cNvCxnSpPr/>
          <p:nvPr/>
        </p:nvCxnSpPr>
        <p:spPr>
          <a:xfrm>
            <a:off x="10921584" y="623030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CBD6919A-3DCB-832F-D0E3-D46EFAA81D9A}"/>
              </a:ext>
            </a:extLst>
          </p:cNvPr>
          <p:cNvSpPr txBox="1"/>
          <p:nvPr/>
        </p:nvSpPr>
        <p:spPr>
          <a:xfrm>
            <a:off x="11081154" y="586341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6" name="Connector: Elbow 105">
            <a:extLst>
              <a:ext uri="{FF2B5EF4-FFF2-40B4-BE49-F238E27FC236}">
                <a16:creationId xmlns:a16="http://schemas.microsoft.com/office/drawing/2014/main" id="{9FD3C50A-733D-F74E-DB07-E4E24A1E7FB4}"/>
              </a:ext>
            </a:extLst>
          </p:cNvPr>
          <p:cNvCxnSpPr>
            <a:cxnSpLocks/>
          </p:cNvCxnSpPr>
          <p:nvPr/>
        </p:nvCxnSpPr>
        <p:spPr>
          <a:xfrm>
            <a:off x="10921583" y="4576375"/>
            <a:ext cx="12808945" cy="3057408"/>
          </a:xfrm>
          <a:prstGeom prst="bentConnector3">
            <a:avLst>
              <a:gd name="adj1" fmla="val 7961"/>
            </a:avLst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C7DA8D5F-837C-5384-B785-6F5BBC3A612C}"/>
              </a:ext>
            </a:extLst>
          </p:cNvPr>
          <p:cNvCxnSpPr>
            <a:cxnSpLocks/>
          </p:cNvCxnSpPr>
          <p:nvPr/>
        </p:nvCxnSpPr>
        <p:spPr>
          <a:xfrm>
            <a:off x="13768016" y="623030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B53E1F6B-8A68-A8BC-BFDB-2CBDAD814475}"/>
              </a:ext>
            </a:extLst>
          </p:cNvPr>
          <p:cNvSpPr txBox="1"/>
          <p:nvPr/>
        </p:nvSpPr>
        <p:spPr>
          <a:xfrm>
            <a:off x="13927586" y="586341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2F4FD736-26B2-8C33-BB62-BB462245ADF2}"/>
              </a:ext>
            </a:extLst>
          </p:cNvPr>
          <p:cNvCxnSpPr>
            <a:cxnSpLocks/>
          </p:cNvCxnSpPr>
          <p:nvPr/>
        </p:nvCxnSpPr>
        <p:spPr>
          <a:xfrm>
            <a:off x="15191232" y="623030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718CF054-5335-3ACD-F5C8-B6DB4465B2D8}"/>
              </a:ext>
            </a:extLst>
          </p:cNvPr>
          <p:cNvSpPr txBox="1"/>
          <p:nvPr/>
        </p:nvSpPr>
        <p:spPr>
          <a:xfrm>
            <a:off x="15350802" y="586341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F1E92EFD-84C1-2566-A574-12DDF7BF0128}"/>
              </a:ext>
            </a:extLst>
          </p:cNvPr>
          <p:cNvCxnSpPr>
            <a:cxnSpLocks/>
          </p:cNvCxnSpPr>
          <p:nvPr/>
        </p:nvCxnSpPr>
        <p:spPr>
          <a:xfrm>
            <a:off x="16614448" y="623030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A1C20CB6-E45A-8F7A-9B5A-3E80643621A4}"/>
              </a:ext>
            </a:extLst>
          </p:cNvPr>
          <p:cNvSpPr txBox="1"/>
          <p:nvPr/>
        </p:nvSpPr>
        <p:spPr>
          <a:xfrm>
            <a:off x="16774018" y="586341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DCF8DD45-02D2-BB9C-3EA4-B721678CA343}"/>
              </a:ext>
            </a:extLst>
          </p:cNvPr>
          <p:cNvCxnSpPr>
            <a:cxnSpLocks/>
          </p:cNvCxnSpPr>
          <p:nvPr/>
        </p:nvCxnSpPr>
        <p:spPr>
          <a:xfrm>
            <a:off x="18037664" y="623030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34096743-7B5B-3FB0-B5E9-6C0A6D90AAB7}"/>
              </a:ext>
            </a:extLst>
          </p:cNvPr>
          <p:cNvSpPr txBox="1"/>
          <p:nvPr/>
        </p:nvSpPr>
        <p:spPr>
          <a:xfrm>
            <a:off x="18197234" y="586341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0CD8D728-9415-054F-033F-DF6E85138553}"/>
              </a:ext>
            </a:extLst>
          </p:cNvPr>
          <p:cNvCxnSpPr/>
          <p:nvPr/>
        </p:nvCxnSpPr>
        <p:spPr>
          <a:xfrm>
            <a:off x="19460880" y="225410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39046C31-1B42-AC79-EF4A-BC3ADB732613}"/>
              </a:ext>
            </a:extLst>
          </p:cNvPr>
          <p:cNvCxnSpPr/>
          <p:nvPr/>
        </p:nvCxnSpPr>
        <p:spPr>
          <a:xfrm>
            <a:off x="20884096" y="225410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4CAE1128-8E74-7CCF-E3FF-9CD8ED10C02E}"/>
              </a:ext>
            </a:extLst>
          </p:cNvPr>
          <p:cNvCxnSpPr>
            <a:cxnSpLocks/>
          </p:cNvCxnSpPr>
          <p:nvPr/>
        </p:nvCxnSpPr>
        <p:spPr>
          <a:xfrm>
            <a:off x="19460880" y="623030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BD891D83-811F-D3F6-87AC-5E3C07EA73B3}"/>
              </a:ext>
            </a:extLst>
          </p:cNvPr>
          <p:cNvSpPr txBox="1"/>
          <p:nvPr/>
        </p:nvSpPr>
        <p:spPr>
          <a:xfrm>
            <a:off x="19620450" y="586341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1E5D27A5-4B89-BDA1-7168-24E383E3E50F}"/>
              </a:ext>
            </a:extLst>
          </p:cNvPr>
          <p:cNvCxnSpPr>
            <a:cxnSpLocks/>
          </p:cNvCxnSpPr>
          <p:nvPr/>
        </p:nvCxnSpPr>
        <p:spPr>
          <a:xfrm>
            <a:off x="20884096" y="623030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CC1ECE0E-B654-802C-0523-4247FFFAACE6}"/>
              </a:ext>
            </a:extLst>
          </p:cNvPr>
          <p:cNvSpPr txBox="1"/>
          <p:nvPr/>
        </p:nvSpPr>
        <p:spPr>
          <a:xfrm>
            <a:off x="21043666" y="586341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EAAE43F7-5EA2-FF49-3EC3-62D9FF89EA64}"/>
              </a:ext>
            </a:extLst>
          </p:cNvPr>
          <p:cNvCxnSpPr>
            <a:cxnSpLocks/>
          </p:cNvCxnSpPr>
          <p:nvPr/>
        </p:nvCxnSpPr>
        <p:spPr>
          <a:xfrm>
            <a:off x="22307312" y="623030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E54A3D8E-6F93-6474-951A-A9930865D6B1}"/>
              </a:ext>
            </a:extLst>
          </p:cNvPr>
          <p:cNvSpPr txBox="1"/>
          <p:nvPr/>
        </p:nvSpPr>
        <p:spPr>
          <a:xfrm>
            <a:off x="22466882" y="586341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74F62FA9-9037-A5CD-D50D-4CBB3E20DFD3}"/>
              </a:ext>
            </a:extLst>
          </p:cNvPr>
          <p:cNvCxnSpPr>
            <a:cxnSpLocks/>
          </p:cNvCxnSpPr>
          <p:nvPr/>
        </p:nvCxnSpPr>
        <p:spPr>
          <a:xfrm>
            <a:off x="23730528" y="6230303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8673F5D1-0AF2-3D95-0E2B-C69E87559FC7}"/>
              </a:ext>
            </a:extLst>
          </p:cNvPr>
          <p:cNvSpPr txBox="1"/>
          <p:nvPr/>
        </p:nvSpPr>
        <p:spPr>
          <a:xfrm>
            <a:off x="23890098" y="5863413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33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59C88AF3-D63F-5CDA-50BA-15089AA1E226}"/>
              </a:ext>
            </a:extLst>
          </p:cNvPr>
          <p:cNvSpPr txBox="1"/>
          <p:nvPr/>
        </p:nvSpPr>
        <p:spPr>
          <a:xfrm>
            <a:off x="8233900" y="-2435647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28936D30-711A-288D-FF6A-C84B25BEF57E}"/>
              </a:ext>
            </a:extLst>
          </p:cNvPr>
          <p:cNvSpPr txBox="1"/>
          <p:nvPr/>
        </p:nvSpPr>
        <p:spPr>
          <a:xfrm>
            <a:off x="9657116" y="-2435647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15FF97E5-6186-4844-4611-8AE39D617D37}"/>
              </a:ext>
            </a:extLst>
          </p:cNvPr>
          <p:cNvSpPr txBox="1"/>
          <p:nvPr/>
        </p:nvSpPr>
        <p:spPr>
          <a:xfrm>
            <a:off x="11080332" y="-2435647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1B3E8DDB-BABA-AC40-81A0-9CC351B57F97}"/>
              </a:ext>
            </a:extLst>
          </p:cNvPr>
          <p:cNvCxnSpPr/>
          <p:nvPr/>
        </p:nvCxnSpPr>
        <p:spPr>
          <a:xfrm>
            <a:off x="22307312" y="225410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FC1D42E9-A304-0B9E-A15D-A593875324B6}"/>
              </a:ext>
            </a:extLst>
          </p:cNvPr>
          <p:cNvCxnSpPr/>
          <p:nvPr/>
        </p:nvCxnSpPr>
        <p:spPr>
          <a:xfrm>
            <a:off x="23730528" y="225410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3604317C-693E-60D2-AA69-AF5E7E6307E3}"/>
              </a:ext>
            </a:extLst>
          </p:cNvPr>
          <p:cNvCxnSpPr/>
          <p:nvPr/>
        </p:nvCxnSpPr>
        <p:spPr>
          <a:xfrm>
            <a:off x="25086427" y="225410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A9FE511E-176A-EC58-DE0B-70C2DFD7D797}"/>
              </a:ext>
            </a:extLst>
          </p:cNvPr>
          <p:cNvCxnSpPr/>
          <p:nvPr/>
        </p:nvCxnSpPr>
        <p:spPr>
          <a:xfrm>
            <a:off x="26488507" y="225410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: Elbow 143">
            <a:extLst>
              <a:ext uri="{FF2B5EF4-FFF2-40B4-BE49-F238E27FC236}">
                <a16:creationId xmlns:a16="http://schemas.microsoft.com/office/drawing/2014/main" id="{8220CC0D-5B85-7039-EA13-4BAE050CA786}"/>
              </a:ext>
            </a:extLst>
          </p:cNvPr>
          <p:cNvCxnSpPr>
            <a:cxnSpLocks/>
            <a:endCxn id="145" idx="0"/>
          </p:cNvCxnSpPr>
          <p:nvPr/>
        </p:nvCxnSpPr>
        <p:spPr>
          <a:xfrm rot="16200000" flipH="1">
            <a:off x="23478313" y="8589484"/>
            <a:ext cx="1278162" cy="772978"/>
          </a:xfrm>
          <a:prstGeom prst="bentConnector3">
            <a:avLst>
              <a:gd name="adj1" fmla="val 7076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Rectangle 144">
            <a:extLst>
              <a:ext uri="{FF2B5EF4-FFF2-40B4-BE49-F238E27FC236}">
                <a16:creationId xmlns:a16="http://schemas.microsoft.com/office/drawing/2014/main" id="{6D3B6E52-53A3-594E-7664-3FF8F38EA0B3}"/>
              </a:ext>
            </a:extLst>
          </p:cNvPr>
          <p:cNvSpPr/>
          <p:nvPr/>
        </p:nvSpPr>
        <p:spPr>
          <a:xfrm>
            <a:off x="23708439" y="9615054"/>
            <a:ext cx="1590888" cy="134753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9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BE7D6FE-A1DE-4BC5-740F-1FB476CF9128}"/>
              </a:ext>
            </a:extLst>
          </p:cNvPr>
          <p:cNvSpPr txBox="1"/>
          <p:nvPr/>
        </p:nvSpPr>
        <p:spPr>
          <a:xfrm>
            <a:off x="23708439" y="9934867"/>
            <a:ext cx="1651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EVCS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0AD9EEA8-5025-FE29-7E31-A43D47410BA5}"/>
              </a:ext>
            </a:extLst>
          </p:cNvPr>
          <p:cNvSpPr/>
          <p:nvPr/>
        </p:nvSpPr>
        <p:spPr>
          <a:xfrm>
            <a:off x="26946988" y="-69148"/>
            <a:ext cx="1590888" cy="134753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9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A2337747-D8B0-40D1-3BC6-068477669865}"/>
              </a:ext>
            </a:extLst>
          </p:cNvPr>
          <p:cNvSpPr txBox="1"/>
          <p:nvPr/>
        </p:nvSpPr>
        <p:spPr>
          <a:xfrm>
            <a:off x="26946988" y="250665"/>
            <a:ext cx="1651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EVCS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DA8C6172-9FAC-3435-5148-48FA6908B996}"/>
              </a:ext>
            </a:extLst>
          </p:cNvPr>
          <p:cNvSpPr txBox="1"/>
          <p:nvPr/>
        </p:nvSpPr>
        <p:spPr>
          <a:xfrm>
            <a:off x="3880536" y="188721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4F168591-F253-1EC4-22D1-D0423EA35A0B}"/>
              </a:ext>
            </a:extLst>
          </p:cNvPr>
          <p:cNvSpPr txBox="1"/>
          <p:nvPr/>
        </p:nvSpPr>
        <p:spPr>
          <a:xfrm>
            <a:off x="5388290" y="188721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34135680-B6D8-EB43-2F46-6A5274CF0588}"/>
              </a:ext>
            </a:extLst>
          </p:cNvPr>
          <p:cNvSpPr txBox="1"/>
          <p:nvPr/>
        </p:nvSpPr>
        <p:spPr>
          <a:xfrm>
            <a:off x="6811506" y="188721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A0596E4F-4703-3505-7217-81A0A339E302}"/>
              </a:ext>
            </a:extLst>
          </p:cNvPr>
          <p:cNvSpPr txBox="1"/>
          <p:nvPr/>
        </p:nvSpPr>
        <p:spPr>
          <a:xfrm>
            <a:off x="8234722" y="188721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750F03F8-850A-1F10-0068-9AC9379CA8CA}"/>
              </a:ext>
            </a:extLst>
          </p:cNvPr>
          <p:cNvSpPr txBox="1"/>
          <p:nvPr/>
        </p:nvSpPr>
        <p:spPr>
          <a:xfrm>
            <a:off x="9657938" y="188721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2063BBF2-3A5C-36E5-71AE-CE8FC45F1B76}"/>
              </a:ext>
            </a:extLst>
          </p:cNvPr>
          <p:cNvSpPr txBox="1"/>
          <p:nvPr/>
        </p:nvSpPr>
        <p:spPr>
          <a:xfrm>
            <a:off x="11081154" y="188721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1DBCA4D0-07B6-7B8E-D8CE-3B3DD7E6A648}"/>
              </a:ext>
            </a:extLst>
          </p:cNvPr>
          <p:cNvSpPr txBox="1"/>
          <p:nvPr/>
        </p:nvSpPr>
        <p:spPr>
          <a:xfrm>
            <a:off x="12504370" y="188721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96B0B195-85A6-4EF7-CD2E-042BF5E2025D}"/>
              </a:ext>
            </a:extLst>
          </p:cNvPr>
          <p:cNvSpPr txBox="1"/>
          <p:nvPr/>
        </p:nvSpPr>
        <p:spPr>
          <a:xfrm>
            <a:off x="13927586" y="188721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6799F3A8-5F35-D904-002B-A3E90F72E35C}"/>
              </a:ext>
            </a:extLst>
          </p:cNvPr>
          <p:cNvSpPr txBox="1"/>
          <p:nvPr/>
        </p:nvSpPr>
        <p:spPr>
          <a:xfrm>
            <a:off x="15350802" y="188721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A044D8E7-9758-154B-E123-8FD962B73A39}"/>
              </a:ext>
            </a:extLst>
          </p:cNvPr>
          <p:cNvSpPr txBox="1"/>
          <p:nvPr/>
        </p:nvSpPr>
        <p:spPr>
          <a:xfrm>
            <a:off x="16774018" y="188721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FDBF0E62-D35B-5859-DD33-38A183079609}"/>
              </a:ext>
            </a:extLst>
          </p:cNvPr>
          <p:cNvSpPr txBox="1"/>
          <p:nvPr/>
        </p:nvSpPr>
        <p:spPr>
          <a:xfrm>
            <a:off x="18197234" y="188721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21AB0D75-28C7-1AA2-E435-6F1F7966BB2E}"/>
              </a:ext>
            </a:extLst>
          </p:cNvPr>
          <p:cNvSpPr txBox="1"/>
          <p:nvPr/>
        </p:nvSpPr>
        <p:spPr>
          <a:xfrm>
            <a:off x="19620450" y="188721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8EC9A7D5-E793-7768-07CB-F384386572B5}"/>
              </a:ext>
            </a:extLst>
          </p:cNvPr>
          <p:cNvSpPr txBox="1"/>
          <p:nvPr/>
        </p:nvSpPr>
        <p:spPr>
          <a:xfrm>
            <a:off x="21043666" y="188721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329CC5A5-1220-3746-9B36-43B0DA8928A6}"/>
              </a:ext>
            </a:extLst>
          </p:cNvPr>
          <p:cNvSpPr txBox="1"/>
          <p:nvPr/>
        </p:nvSpPr>
        <p:spPr>
          <a:xfrm>
            <a:off x="22466882" y="188721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D6D87420-7C95-C0DB-F742-388CCBB60EBD}"/>
              </a:ext>
            </a:extLst>
          </p:cNvPr>
          <p:cNvSpPr txBox="1"/>
          <p:nvPr/>
        </p:nvSpPr>
        <p:spPr>
          <a:xfrm>
            <a:off x="23890098" y="188721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C230A741-6F0A-54FF-3A4E-32E09F9E23FE}"/>
              </a:ext>
            </a:extLst>
          </p:cNvPr>
          <p:cNvSpPr txBox="1"/>
          <p:nvPr/>
        </p:nvSpPr>
        <p:spPr>
          <a:xfrm>
            <a:off x="25245997" y="188721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AED56328-206B-037F-500C-DA2ECE0A887D}"/>
              </a:ext>
            </a:extLst>
          </p:cNvPr>
          <p:cNvSpPr txBox="1"/>
          <p:nvPr/>
        </p:nvSpPr>
        <p:spPr>
          <a:xfrm>
            <a:off x="26648077" y="188721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0548E760-E9FB-C3F9-BEA0-E5EDD6BECD8B}"/>
              </a:ext>
            </a:extLst>
          </p:cNvPr>
          <p:cNvSpPr txBox="1"/>
          <p:nvPr/>
        </p:nvSpPr>
        <p:spPr>
          <a:xfrm>
            <a:off x="28131437" y="1887218"/>
            <a:ext cx="1066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en-AU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3" name="Connector: Elbow 182">
            <a:extLst>
              <a:ext uri="{FF2B5EF4-FFF2-40B4-BE49-F238E27FC236}">
                <a16:creationId xmlns:a16="http://schemas.microsoft.com/office/drawing/2014/main" id="{D9C28130-039B-BA35-86A2-EB02A7755DB4}"/>
              </a:ext>
            </a:extLst>
          </p:cNvPr>
          <p:cNvCxnSpPr>
            <a:cxnSpLocks/>
            <a:endCxn id="147" idx="2"/>
          </p:cNvCxnSpPr>
          <p:nvPr/>
        </p:nvCxnSpPr>
        <p:spPr>
          <a:xfrm rot="5400000" flipH="1" flipV="1">
            <a:off x="26281405" y="1476481"/>
            <a:ext cx="1659123" cy="1262932"/>
          </a:xfrm>
          <a:prstGeom prst="bentConnector3">
            <a:avLst>
              <a:gd name="adj1" fmla="val -3336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: Elbow 190">
            <a:extLst>
              <a:ext uri="{FF2B5EF4-FFF2-40B4-BE49-F238E27FC236}">
                <a16:creationId xmlns:a16="http://schemas.microsoft.com/office/drawing/2014/main" id="{E3DB966F-BA25-1307-7063-EDC111FE5AA9}"/>
              </a:ext>
            </a:extLst>
          </p:cNvPr>
          <p:cNvCxnSpPr>
            <a:cxnSpLocks/>
          </p:cNvCxnSpPr>
          <p:nvPr/>
        </p:nvCxnSpPr>
        <p:spPr>
          <a:xfrm flipV="1">
            <a:off x="6629978" y="-732316"/>
            <a:ext cx="4277452" cy="3655646"/>
          </a:xfrm>
          <a:prstGeom prst="bentConnector3">
            <a:avLst>
              <a:gd name="adj1" fmla="val 22416"/>
            </a:avLst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: Elbow 200">
            <a:extLst>
              <a:ext uri="{FF2B5EF4-FFF2-40B4-BE49-F238E27FC236}">
                <a16:creationId xmlns:a16="http://schemas.microsoft.com/office/drawing/2014/main" id="{59B6B422-C040-BBB4-BD90-0EAA0ACA742A}"/>
              </a:ext>
            </a:extLst>
          </p:cNvPr>
          <p:cNvCxnSpPr>
            <a:cxnSpLocks/>
            <a:endCxn id="202" idx="0"/>
          </p:cNvCxnSpPr>
          <p:nvPr/>
        </p:nvCxnSpPr>
        <p:spPr>
          <a:xfrm rot="16200000" flipH="1">
            <a:off x="27742544" y="4730264"/>
            <a:ext cx="1278162" cy="772978"/>
          </a:xfrm>
          <a:prstGeom prst="bentConnector3">
            <a:avLst>
              <a:gd name="adj1" fmla="val 7076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Rectangle 201">
            <a:extLst>
              <a:ext uri="{FF2B5EF4-FFF2-40B4-BE49-F238E27FC236}">
                <a16:creationId xmlns:a16="http://schemas.microsoft.com/office/drawing/2014/main" id="{B9641BB4-0E60-BC88-C15C-E65C283885B6}"/>
              </a:ext>
            </a:extLst>
          </p:cNvPr>
          <p:cNvSpPr/>
          <p:nvPr/>
        </p:nvSpPr>
        <p:spPr>
          <a:xfrm>
            <a:off x="27972670" y="5755834"/>
            <a:ext cx="1590888" cy="134753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90"/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CB8BF8B8-8523-9522-5D40-EA740FEE4D19}"/>
              </a:ext>
            </a:extLst>
          </p:cNvPr>
          <p:cNvSpPr txBox="1"/>
          <p:nvPr/>
        </p:nvSpPr>
        <p:spPr>
          <a:xfrm>
            <a:off x="27972670" y="6075647"/>
            <a:ext cx="1651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EVCS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B8BED154-017F-6789-B057-B95F5003F338}"/>
              </a:ext>
            </a:extLst>
          </p:cNvPr>
          <p:cNvSpPr/>
          <p:nvPr/>
        </p:nvSpPr>
        <p:spPr>
          <a:xfrm>
            <a:off x="25700494" y="5748020"/>
            <a:ext cx="1590888" cy="13475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90"/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EDCB9724-66BC-40F0-2AEC-3558D6147420}"/>
              </a:ext>
            </a:extLst>
          </p:cNvPr>
          <p:cNvSpPr txBox="1"/>
          <p:nvPr/>
        </p:nvSpPr>
        <p:spPr>
          <a:xfrm>
            <a:off x="25700494" y="6067833"/>
            <a:ext cx="1651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BESS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3E8C4ED3-DFB3-E2FC-F6D4-A374C92FAF20}"/>
              </a:ext>
            </a:extLst>
          </p:cNvPr>
          <p:cNvCxnSpPr>
            <a:cxnSpLocks/>
            <a:stCxn id="208" idx="3"/>
            <a:endCxn id="203" idx="1"/>
          </p:cNvCxnSpPr>
          <p:nvPr/>
        </p:nvCxnSpPr>
        <p:spPr>
          <a:xfrm>
            <a:off x="27352342" y="6421776"/>
            <a:ext cx="620328" cy="7814"/>
          </a:xfrm>
          <a:prstGeom prst="line">
            <a:avLst/>
          </a:prstGeom>
          <a:ln w="381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5" name="Rectangle 214">
            <a:extLst>
              <a:ext uri="{FF2B5EF4-FFF2-40B4-BE49-F238E27FC236}">
                <a16:creationId xmlns:a16="http://schemas.microsoft.com/office/drawing/2014/main" id="{1D83F2B3-329A-54E4-98E7-30D616DFB6A6}"/>
              </a:ext>
            </a:extLst>
          </p:cNvPr>
          <p:cNvSpPr/>
          <p:nvPr/>
        </p:nvSpPr>
        <p:spPr>
          <a:xfrm>
            <a:off x="26946988" y="-2068757"/>
            <a:ext cx="1590888" cy="13475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90"/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BBF078C5-E98A-8C3B-87FD-C71B01612214}"/>
              </a:ext>
            </a:extLst>
          </p:cNvPr>
          <p:cNvSpPr txBox="1"/>
          <p:nvPr/>
        </p:nvSpPr>
        <p:spPr>
          <a:xfrm>
            <a:off x="26946988" y="-1748944"/>
            <a:ext cx="1651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BESS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9FDDE122-0E81-92CE-F77B-8CD18BB19970}"/>
              </a:ext>
            </a:extLst>
          </p:cNvPr>
          <p:cNvCxnSpPr>
            <a:stCxn id="215" idx="2"/>
          </p:cNvCxnSpPr>
          <p:nvPr/>
        </p:nvCxnSpPr>
        <p:spPr>
          <a:xfrm>
            <a:off x="27742432" y="-721224"/>
            <a:ext cx="5430" cy="652076"/>
          </a:xfrm>
          <a:prstGeom prst="line">
            <a:avLst/>
          </a:prstGeom>
          <a:ln w="381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1" name="Rectangle 230">
            <a:extLst>
              <a:ext uri="{FF2B5EF4-FFF2-40B4-BE49-F238E27FC236}">
                <a16:creationId xmlns:a16="http://schemas.microsoft.com/office/drawing/2014/main" id="{B9F229AA-933F-D615-1035-CF27056C3610}"/>
              </a:ext>
            </a:extLst>
          </p:cNvPr>
          <p:cNvSpPr/>
          <p:nvPr/>
        </p:nvSpPr>
        <p:spPr>
          <a:xfrm>
            <a:off x="25206679" y="-69148"/>
            <a:ext cx="1590888" cy="134753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90"/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055CF437-B839-7F5A-B102-64EDBF0B1B54}"/>
              </a:ext>
            </a:extLst>
          </p:cNvPr>
          <p:cNvSpPr txBox="1"/>
          <p:nvPr/>
        </p:nvSpPr>
        <p:spPr>
          <a:xfrm>
            <a:off x="25206679" y="250665"/>
            <a:ext cx="1651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EVCS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3" name="Connector: Elbow 232">
            <a:extLst>
              <a:ext uri="{FF2B5EF4-FFF2-40B4-BE49-F238E27FC236}">
                <a16:creationId xmlns:a16="http://schemas.microsoft.com/office/drawing/2014/main" id="{1BFBAD0A-0A6F-35CF-1D5C-621BCA270BC2}"/>
              </a:ext>
            </a:extLst>
          </p:cNvPr>
          <p:cNvCxnSpPr>
            <a:cxnSpLocks/>
            <a:endCxn id="231" idx="2"/>
          </p:cNvCxnSpPr>
          <p:nvPr/>
        </p:nvCxnSpPr>
        <p:spPr>
          <a:xfrm rot="5400000" flipH="1" flipV="1">
            <a:off x="24606566" y="1764974"/>
            <a:ext cx="1882145" cy="908969"/>
          </a:xfrm>
          <a:prstGeom prst="bentConnector3">
            <a:avLst>
              <a:gd name="adj1" fmla="val 7686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Rectangle 233">
            <a:extLst>
              <a:ext uri="{FF2B5EF4-FFF2-40B4-BE49-F238E27FC236}">
                <a16:creationId xmlns:a16="http://schemas.microsoft.com/office/drawing/2014/main" id="{BB1E993F-BE85-6116-8613-FDB90934E9FA}"/>
              </a:ext>
            </a:extLst>
          </p:cNvPr>
          <p:cNvSpPr/>
          <p:nvPr/>
        </p:nvSpPr>
        <p:spPr>
          <a:xfrm>
            <a:off x="25206679" y="-2068757"/>
            <a:ext cx="1590888" cy="13475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90"/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3E5D7075-50C5-39F9-537D-9BAA5984793B}"/>
              </a:ext>
            </a:extLst>
          </p:cNvPr>
          <p:cNvSpPr txBox="1"/>
          <p:nvPr/>
        </p:nvSpPr>
        <p:spPr>
          <a:xfrm>
            <a:off x="25206679" y="-1748944"/>
            <a:ext cx="1651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BESS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03DB3ACD-0CB5-39F2-F336-319B3B99F7F8}"/>
              </a:ext>
            </a:extLst>
          </p:cNvPr>
          <p:cNvCxnSpPr>
            <a:stCxn id="234" idx="2"/>
          </p:cNvCxnSpPr>
          <p:nvPr/>
        </p:nvCxnSpPr>
        <p:spPr>
          <a:xfrm>
            <a:off x="26002123" y="-721224"/>
            <a:ext cx="5430" cy="652076"/>
          </a:xfrm>
          <a:prstGeom prst="line">
            <a:avLst/>
          </a:prstGeom>
          <a:ln w="381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9" name="Rectangle 238">
            <a:extLst>
              <a:ext uri="{FF2B5EF4-FFF2-40B4-BE49-F238E27FC236}">
                <a16:creationId xmlns:a16="http://schemas.microsoft.com/office/drawing/2014/main" id="{C6B94864-833A-0851-803E-C04C2B1814C9}"/>
              </a:ext>
            </a:extLst>
          </p:cNvPr>
          <p:cNvSpPr/>
          <p:nvPr/>
        </p:nvSpPr>
        <p:spPr>
          <a:xfrm>
            <a:off x="22433982" y="-69148"/>
            <a:ext cx="1590888" cy="134753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90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147E9EF0-F785-2A77-8244-A3B5AAB27487}"/>
              </a:ext>
            </a:extLst>
          </p:cNvPr>
          <p:cNvSpPr txBox="1"/>
          <p:nvPr/>
        </p:nvSpPr>
        <p:spPr>
          <a:xfrm>
            <a:off x="22433982" y="250665"/>
            <a:ext cx="1651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EVCS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1" name="Connector: Elbow 240">
            <a:extLst>
              <a:ext uri="{FF2B5EF4-FFF2-40B4-BE49-F238E27FC236}">
                <a16:creationId xmlns:a16="http://schemas.microsoft.com/office/drawing/2014/main" id="{52132DA3-3412-9C28-7D55-7E22A82E3876}"/>
              </a:ext>
            </a:extLst>
          </p:cNvPr>
          <p:cNvCxnSpPr>
            <a:cxnSpLocks/>
            <a:endCxn id="239" idx="2"/>
          </p:cNvCxnSpPr>
          <p:nvPr/>
        </p:nvCxnSpPr>
        <p:spPr>
          <a:xfrm rot="5400000" flipH="1" flipV="1">
            <a:off x="21833869" y="1764974"/>
            <a:ext cx="1882145" cy="908969"/>
          </a:xfrm>
          <a:prstGeom prst="bentConnector3">
            <a:avLst>
              <a:gd name="adj1" fmla="val 7686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Rectangle 241">
            <a:extLst>
              <a:ext uri="{FF2B5EF4-FFF2-40B4-BE49-F238E27FC236}">
                <a16:creationId xmlns:a16="http://schemas.microsoft.com/office/drawing/2014/main" id="{53A1C17C-68FA-E517-A34B-8190C023D63E}"/>
              </a:ext>
            </a:extLst>
          </p:cNvPr>
          <p:cNvSpPr/>
          <p:nvPr/>
        </p:nvSpPr>
        <p:spPr>
          <a:xfrm>
            <a:off x="22433982" y="-2068757"/>
            <a:ext cx="1590888" cy="13475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90"/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4B01759D-9A2F-0BC1-24D1-73C53EF85F2C}"/>
              </a:ext>
            </a:extLst>
          </p:cNvPr>
          <p:cNvSpPr txBox="1"/>
          <p:nvPr/>
        </p:nvSpPr>
        <p:spPr>
          <a:xfrm>
            <a:off x="22433982" y="-1748944"/>
            <a:ext cx="1651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BESS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BB0925FA-4186-F2C7-5EE3-5A212C7BFCC0}"/>
              </a:ext>
            </a:extLst>
          </p:cNvPr>
          <p:cNvCxnSpPr>
            <a:stCxn id="242" idx="2"/>
          </p:cNvCxnSpPr>
          <p:nvPr/>
        </p:nvCxnSpPr>
        <p:spPr>
          <a:xfrm>
            <a:off x="23229426" y="-721224"/>
            <a:ext cx="5430" cy="652076"/>
          </a:xfrm>
          <a:prstGeom prst="line">
            <a:avLst/>
          </a:prstGeom>
          <a:ln w="381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2C5AD72A-EAD9-4700-EB80-9AC70F0F04F2}"/>
              </a:ext>
            </a:extLst>
          </p:cNvPr>
          <p:cNvCxnSpPr/>
          <p:nvPr/>
        </p:nvCxnSpPr>
        <p:spPr>
          <a:xfrm>
            <a:off x="27971867" y="2254108"/>
            <a:ext cx="0" cy="2743200"/>
          </a:xfrm>
          <a:prstGeom prst="line">
            <a:avLst/>
          </a:prstGeom>
          <a:ln w="1016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6ED5FE6A-E5FB-A615-761D-3A4424CCEAD9}"/>
              </a:ext>
            </a:extLst>
          </p:cNvPr>
          <p:cNvCxnSpPr>
            <a:cxnSpLocks/>
            <a:endCxn id="4" idx="0"/>
          </p:cNvCxnSpPr>
          <p:nvPr/>
        </p:nvCxnSpPr>
        <p:spPr>
          <a:xfrm rot="16200000" flipH="1">
            <a:off x="19230378" y="8589484"/>
            <a:ext cx="1278162" cy="772978"/>
          </a:xfrm>
          <a:prstGeom prst="bentConnector3">
            <a:avLst>
              <a:gd name="adj1" fmla="val 7076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0831A071-4183-BB06-67C3-6659C1F2658C}"/>
              </a:ext>
            </a:extLst>
          </p:cNvPr>
          <p:cNvSpPr/>
          <p:nvPr/>
        </p:nvSpPr>
        <p:spPr>
          <a:xfrm>
            <a:off x="19460504" y="9615054"/>
            <a:ext cx="1590888" cy="134753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9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C067B4-C0A4-BA74-8C09-4430FCD409AC}"/>
              </a:ext>
            </a:extLst>
          </p:cNvPr>
          <p:cNvSpPr txBox="1"/>
          <p:nvPr/>
        </p:nvSpPr>
        <p:spPr>
          <a:xfrm>
            <a:off x="19460504" y="9934867"/>
            <a:ext cx="1651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EVCS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5C7EDD-CA50-E37F-65F8-BAE973EB25FA}"/>
              </a:ext>
            </a:extLst>
          </p:cNvPr>
          <p:cNvSpPr txBox="1"/>
          <p:nvPr/>
        </p:nvSpPr>
        <p:spPr>
          <a:xfrm>
            <a:off x="25321355" y="7074118"/>
            <a:ext cx="23816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240 kW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CFF576-0501-32AC-A405-324FE01BDDAC}"/>
              </a:ext>
            </a:extLst>
          </p:cNvPr>
          <p:cNvSpPr txBox="1"/>
          <p:nvPr/>
        </p:nvSpPr>
        <p:spPr>
          <a:xfrm>
            <a:off x="24760912" y="-2776643"/>
            <a:ext cx="23816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240 kW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E75E06-548C-D532-4608-576290956E15}"/>
              </a:ext>
            </a:extLst>
          </p:cNvPr>
          <p:cNvSpPr txBox="1"/>
          <p:nvPr/>
        </p:nvSpPr>
        <p:spPr>
          <a:xfrm>
            <a:off x="26582095" y="-2776643"/>
            <a:ext cx="23816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240 kW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6A31D7-39F3-BE80-EF14-08B47E1A598E}"/>
              </a:ext>
            </a:extLst>
          </p:cNvPr>
          <p:cNvSpPr txBox="1"/>
          <p:nvPr/>
        </p:nvSpPr>
        <p:spPr>
          <a:xfrm>
            <a:off x="21827215" y="-2776643"/>
            <a:ext cx="28679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135.56 kW</a:t>
            </a:r>
            <a:endParaRPr lang="en-AU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C2EAA27-486C-852F-3C7D-03A436B2DB0E}"/>
              </a:ext>
            </a:extLst>
          </p:cNvPr>
          <p:cNvCxnSpPr/>
          <p:nvPr/>
        </p:nvCxnSpPr>
        <p:spPr>
          <a:xfrm>
            <a:off x="3805504" y="225410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C9E469C-8FC6-6DA8-5F73-4E165DEB37CF}"/>
              </a:ext>
            </a:extLst>
          </p:cNvPr>
          <p:cNvCxnSpPr/>
          <p:nvPr/>
        </p:nvCxnSpPr>
        <p:spPr>
          <a:xfrm>
            <a:off x="5228720" y="225410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05AC1909-58F8-4FBC-5A71-3EDC88543729}"/>
              </a:ext>
            </a:extLst>
          </p:cNvPr>
          <p:cNvCxnSpPr/>
          <p:nvPr/>
        </p:nvCxnSpPr>
        <p:spPr>
          <a:xfrm>
            <a:off x="6651936" y="225410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7C6E65C0-F8C9-3F21-0457-6F8D97B4A4E6}"/>
              </a:ext>
            </a:extLst>
          </p:cNvPr>
          <p:cNvCxnSpPr/>
          <p:nvPr/>
        </p:nvCxnSpPr>
        <p:spPr>
          <a:xfrm>
            <a:off x="8075152" y="225410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0AB0EC13-4941-9915-F41B-F68B33BF3020}"/>
              </a:ext>
            </a:extLst>
          </p:cNvPr>
          <p:cNvCxnSpPr/>
          <p:nvPr/>
        </p:nvCxnSpPr>
        <p:spPr>
          <a:xfrm>
            <a:off x="9498368" y="2254108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8B9CCD15-4B94-3290-296F-349B2F5FAC22}"/>
              </a:ext>
            </a:extLst>
          </p:cNvPr>
          <p:cNvCxnSpPr/>
          <p:nvPr/>
        </p:nvCxnSpPr>
        <p:spPr>
          <a:xfrm>
            <a:off x="8074330" y="-2068757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6C3C9622-8C33-6579-0186-5EA2B2C903A8}"/>
              </a:ext>
            </a:extLst>
          </p:cNvPr>
          <p:cNvCxnSpPr/>
          <p:nvPr/>
        </p:nvCxnSpPr>
        <p:spPr>
          <a:xfrm>
            <a:off x="9497546" y="-2068757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80513165-A081-9283-2985-C7C0C5A9E9FB}"/>
              </a:ext>
            </a:extLst>
          </p:cNvPr>
          <p:cNvCxnSpPr/>
          <p:nvPr/>
        </p:nvCxnSpPr>
        <p:spPr>
          <a:xfrm>
            <a:off x="10920762" y="-2068757"/>
            <a:ext cx="0" cy="274320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0163417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2467</TotalTime>
  <Words>271</Words>
  <Application>Microsoft Office PowerPoint</Application>
  <PresentationFormat>Custom</PresentationFormat>
  <Paragraphs>248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Bierstadt</vt:lpstr>
      <vt:lpstr>Times New Roman</vt:lpstr>
      <vt:lpstr>GestaltVTI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Khai Nguyen</dc:creator>
  <cp:lastModifiedBy>Khai Nguyen</cp:lastModifiedBy>
  <cp:revision>15</cp:revision>
  <dcterms:created xsi:type="dcterms:W3CDTF">2025-10-28T06:05:37Z</dcterms:created>
  <dcterms:modified xsi:type="dcterms:W3CDTF">2026-09-03T15:18:51Z</dcterms:modified>
</cp:coreProperties>
</file>